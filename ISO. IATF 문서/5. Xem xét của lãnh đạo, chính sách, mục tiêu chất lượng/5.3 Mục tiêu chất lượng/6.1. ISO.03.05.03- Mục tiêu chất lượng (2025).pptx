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8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7315200" cy="9601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AE0C4-9A75-4B77-85C7-56C642106A8D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119474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13D62-C61F-4BA0-B071-D481BB06E7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02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7529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1C067-53A6-458C-9BF3-F5C0DB1476AE}" type="datetimeFigureOut">
              <a:rPr lang="ko-KR" altLang="en-US" smtClean="0"/>
              <a:t>2025-04-26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ISO.03.05.03 . Ngày ban hành : 05/01/2020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own Ribbon 2"/>
          <p:cNvSpPr/>
          <p:nvPr/>
        </p:nvSpPr>
        <p:spPr>
          <a:xfrm>
            <a:off x="395536" y="764704"/>
            <a:ext cx="8424936" cy="792088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NĂM 2020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2020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96%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70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97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ISO.03.05.03 . </a:t>
            </a:r>
            <a:r>
              <a:rPr lang="en-US" dirty="0" err="1" smtClean="0">
                <a:solidFill>
                  <a:schemeClr val="tx1"/>
                </a:solidFill>
              </a:rPr>
              <a:t>Ngày</a:t>
            </a:r>
            <a:r>
              <a:rPr lang="en-US" dirty="0" smtClean="0">
                <a:solidFill>
                  <a:schemeClr val="tx1"/>
                </a:solidFill>
              </a:rPr>
              <a:t> ban </a:t>
            </a:r>
            <a:r>
              <a:rPr lang="en-US" dirty="0" err="1" smtClean="0">
                <a:solidFill>
                  <a:schemeClr val="tx1"/>
                </a:solidFill>
              </a:rPr>
              <a:t>hành</a:t>
            </a:r>
            <a:r>
              <a:rPr lang="en-US" dirty="0" smtClean="0">
                <a:solidFill>
                  <a:schemeClr val="tx1"/>
                </a:solidFill>
              </a:rPr>
              <a:t> : 05/01/2021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own Ribbon 3"/>
          <p:cNvSpPr/>
          <p:nvPr/>
        </p:nvSpPr>
        <p:spPr>
          <a:xfrm>
            <a:off x="185053" y="764704"/>
            <a:ext cx="8851443" cy="864096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NĂM 2021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2021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95%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42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588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ISO.03.05.03 . </a:t>
            </a:r>
            <a:r>
              <a:rPr lang="en-US" dirty="0" err="1" smtClean="0">
                <a:solidFill>
                  <a:schemeClr val="tx1"/>
                </a:solidFill>
              </a:rPr>
              <a:t>Ngày</a:t>
            </a:r>
            <a:r>
              <a:rPr lang="en-US" dirty="0" smtClean="0">
                <a:solidFill>
                  <a:schemeClr val="tx1"/>
                </a:solidFill>
              </a:rPr>
              <a:t> ban </a:t>
            </a:r>
            <a:r>
              <a:rPr lang="en-US" dirty="0" err="1" smtClean="0">
                <a:solidFill>
                  <a:schemeClr val="tx1"/>
                </a:solidFill>
              </a:rPr>
              <a:t>hành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smtClean="0">
                <a:solidFill>
                  <a:schemeClr val="tx1"/>
                </a:solidFill>
              </a:rPr>
              <a:t>: 05/01/2022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own Ribbon 3"/>
          <p:cNvSpPr/>
          <p:nvPr/>
        </p:nvSpPr>
        <p:spPr>
          <a:xfrm>
            <a:off x="185053" y="764704"/>
            <a:ext cx="8851443" cy="864096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</a:t>
            </a:r>
            <a:r>
              <a:rPr lang="en-US" sz="2500" b="1" smtClean="0">
                <a:latin typeface="Times New Roman" pitchFamily="18" charset="0"/>
                <a:cs typeface="Times New Roman" pitchFamily="18" charset="0"/>
              </a:rPr>
              <a:t>NĂM 2022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2022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95%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45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75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ISO.03.05.03 . </a:t>
            </a:r>
            <a:r>
              <a:rPr lang="en-US" dirty="0" err="1" smtClean="0">
                <a:solidFill>
                  <a:schemeClr val="tx1"/>
                </a:solidFill>
              </a:rPr>
              <a:t>Ngày</a:t>
            </a:r>
            <a:r>
              <a:rPr lang="en-US" dirty="0" smtClean="0">
                <a:solidFill>
                  <a:schemeClr val="tx1"/>
                </a:solidFill>
              </a:rPr>
              <a:t> ban </a:t>
            </a:r>
            <a:r>
              <a:rPr lang="en-US" dirty="0" err="1" smtClean="0">
                <a:solidFill>
                  <a:schemeClr val="tx1"/>
                </a:solidFill>
              </a:rPr>
              <a:t>hành</a:t>
            </a:r>
            <a:r>
              <a:rPr lang="en-US" dirty="0" smtClean="0">
                <a:solidFill>
                  <a:schemeClr val="tx1"/>
                </a:solidFill>
              </a:rPr>
              <a:t> : 05/01/2023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own Ribbon 3"/>
          <p:cNvSpPr/>
          <p:nvPr/>
        </p:nvSpPr>
        <p:spPr>
          <a:xfrm>
            <a:off x="185053" y="764704"/>
            <a:ext cx="8851443" cy="864096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NĂM 2023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2023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95%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40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6191"/>
          <a:stretch/>
        </p:blipFill>
        <p:spPr>
          <a:xfrm>
            <a:off x="5004047" y="5157191"/>
            <a:ext cx="2808313" cy="117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9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ISO.03.05.03 . </a:t>
            </a:r>
            <a:r>
              <a:rPr lang="en-US" dirty="0" err="1" smtClean="0">
                <a:solidFill>
                  <a:schemeClr val="tx1"/>
                </a:solidFill>
              </a:rPr>
              <a:t>Ngày</a:t>
            </a:r>
            <a:r>
              <a:rPr lang="en-US" dirty="0" smtClean="0">
                <a:solidFill>
                  <a:schemeClr val="tx1"/>
                </a:solidFill>
              </a:rPr>
              <a:t> ban </a:t>
            </a:r>
            <a:r>
              <a:rPr lang="en-US" dirty="0" err="1" smtClean="0">
                <a:solidFill>
                  <a:schemeClr val="tx1"/>
                </a:solidFill>
              </a:rPr>
              <a:t>hành</a:t>
            </a:r>
            <a:r>
              <a:rPr lang="en-US" dirty="0" smtClean="0">
                <a:solidFill>
                  <a:schemeClr val="tx1"/>
                </a:solidFill>
              </a:rPr>
              <a:t> : 05/01/2024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own Ribbon 3"/>
          <p:cNvSpPr/>
          <p:nvPr/>
        </p:nvSpPr>
        <p:spPr>
          <a:xfrm>
            <a:off x="185053" y="764704"/>
            <a:ext cx="8851443" cy="864096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NĂM 2024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2024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95%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48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 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6191"/>
          <a:stretch/>
        </p:blipFill>
        <p:spPr>
          <a:xfrm>
            <a:off x="5004047" y="5157191"/>
            <a:ext cx="2808313" cy="117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7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ISO.03.05.03 . </a:t>
            </a:r>
            <a:r>
              <a:rPr lang="en-US" dirty="0" err="1" smtClean="0">
                <a:solidFill>
                  <a:schemeClr val="tx1"/>
                </a:solidFill>
              </a:rPr>
              <a:t>Ngày</a:t>
            </a:r>
            <a:r>
              <a:rPr lang="en-US" dirty="0" smtClean="0">
                <a:solidFill>
                  <a:schemeClr val="tx1"/>
                </a:solidFill>
              </a:rPr>
              <a:t> ban </a:t>
            </a:r>
            <a:r>
              <a:rPr lang="en-US" dirty="0" err="1" smtClean="0">
                <a:solidFill>
                  <a:schemeClr val="tx1"/>
                </a:solidFill>
              </a:rPr>
              <a:t>hành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smtClean="0">
                <a:solidFill>
                  <a:schemeClr val="tx1"/>
                </a:solidFill>
              </a:rPr>
              <a:t>: </a:t>
            </a:r>
            <a:r>
              <a:rPr lang="en-US" smtClean="0">
                <a:solidFill>
                  <a:schemeClr val="tx1"/>
                </a:solidFill>
              </a:rPr>
              <a:t>05/01/2025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own Ribbon 3"/>
          <p:cNvSpPr/>
          <p:nvPr/>
        </p:nvSpPr>
        <p:spPr>
          <a:xfrm>
            <a:off x="185053" y="764704"/>
            <a:ext cx="8851443" cy="864096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</a:t>
            </a:r>
            <a:r>
              <a:rPr lang="en-US" sz="2500" b="1" smtClean="0">
                <a:latin typeface="Times New Roman" pitchFamily="18" charset="0"/>
                <a:cs typeface="Times New Roman" pitchFamily="18" charset="0"/>
              </a:rPr>
              <a:t>NĂM </a:t>
            </a:r>
            <a:r>
              <a:rPr lang="en-US" sz="2500" b="1" smtClean="0">
                <a:latin typeface="Times New Roman" pitchFamily="18" charset="0"/>
                <a:cs typeface="Times New Roman" pitchFamily="18" charset="0"/>
              </a:rPr>
              <a:t>2025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2025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95%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 khiếu nại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35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 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6191"/>
          <a:stretch/>
        </p:blipFill>
        <p:spPr>
          <a:xfrm>
            <a:off x="5004047" y="5157191"/>
            <a:ext cx="2808313" cy="117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43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667</Words>
  <Application>Microsoft Office PowerPoint</Application>
  <PresentationFormat>On-screen Show (4:3)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Times New Roman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DPC</cp:lastModifiedBy>
  <cp:revision>102</cp:revision>
  <cp:lastPrinted>2023-09-27T07:23:26Z</cp:lastPrinted>
  <dcterms:created xsi:type="dcterms:W3CDTF">2015-01-13T03:13:25Z</dcterms:created>
  <dcterms:modified xsi:type="dcterms:W3CDTF">2025-04-26T01:58:46Z</dcterms:modified>
</cp:coreProperties>
</file>