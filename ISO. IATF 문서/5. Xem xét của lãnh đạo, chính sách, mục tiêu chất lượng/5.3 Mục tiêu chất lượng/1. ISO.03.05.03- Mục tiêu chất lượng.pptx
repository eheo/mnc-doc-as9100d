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68" r:id="rId2"/>
    <p:sldId id="269" r:id="rId3"/>
    <p:sldId id="270" r:id="rId4"/>
    <p:sldId id="271" r:id="rId5"/>
  </p:sldIdLst>
  <p:sldSz cx="9144000" cy="6858000" type="screen4x3"/>
  <p:notesSz cx="7315200" cy="96012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6" d="100"/>
          <a:sy n="116" d="100"/>
        </p:scale>
        <p:origin x="858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169920" cy="48006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4143588" y="1"/>
            <a:ext cx="3169920" cy="48006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EAE0C4-9A75-4B77-85C7-56C642106A8D}" type="datetimeFigureOut">
              <a:rPr lang="ko-KR" altLang="en-US" smtClean="0"/>
              <a:t>2023-09-27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58888" y="720725"/>
            <a:ext cx="4797425" cy="3598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119474"/>
            <a:ext cx="3169920" cy="4800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4143588" y="9119474"/>
            <a:ext cx="3169920" cy="4800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613D62-C61F-4BA0-B071-D481BB06E70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40252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1C067-53A6-458C-9BF3-F5C0DB1476AE}" type="datetimeFigureOut">
              <a:rPr lang="ko-KR" altLang="en-US" smtClean="0"/>
              <a:t>2023-09-27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FC8FE-93B3-4A65-9EE8-BEF566C6508F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1C067-53A6-458C-9BF3-F5C0DB1476AE}" type="datetimeFigureOut">
              <a:rPr lang="ko-KR" altLang="en-US" smtClean="0"/>
              <a:t>2023-09-27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FC8FE-93B3-4A65-9EE8-BEF566C6508F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1C067-53A6-458C-9BF3-F5C0DB1476AE}" type="datetimeFigureOut">
              <a:rPr lang="ko-KR" altLang="en-US" smtClean="0"/>
              <a:t>2023-09-27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FC8FE-93B3-4A65-9EE8-BEF566C6508F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1C067-53A6-458C-9BF3-F5C0DB1476AE}" type="datetimeFigureOut">
              <a:rPr lang="ko-KR" altLang="en-US" smtClean="0"/>
              <a:t>2023-09-27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FC8FE-93B3-4A65-9EE8-BEF566C6508F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1C067-53A6-458C-9BF3-F5C0DB1476AE}" type="datetimeFigureOut">
              <a:rPr lang="ko-KR" altLang="en-US" smtClean="0"/>
              <a:t>2023-09-27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FC8FE-93B3-4A65-9EE8-BEF566C6508F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1C067-53A6-458C-9BF3-F5C0DB1476AE}" type="datetimeFigureOut">
              <a:rPr lang="ko-KR" altLang="en-US" smtClean="0"/>
              <a:t>2023-09-27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FC8FE-93B3-4A65-9EE8-BEF566C6508F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1C067-53A6-458C-9BF3-F5C0DB1476AE}" type="datetimeFigureOut">
              <a:rPr lang="ko-KR" altLang="en-US" smtClean="0"/>
              <a:t>2023-09-27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FC8FE-93B3-4A65-9EE8-BEF566C6508F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1C067-53A6-458C-9BF3-F5C0DB1476AE}" type="datetimeFigureOut">
              <a:rPr lang="ko-KR" altLang="en-US" smtClean="0"/>
              <a:t>2023-09-27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FC8FE-93B3-4A65-9EE8-BEF566C6508F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1C067-53A6-458C-9BF3-F5C0DB1476AE}" type="datetimeFigureOut">
              <a:rPr lang="ko-KR" altLang="en-US" smtClean="0"/>
              <a:t>2023-09-27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FC8FE-93B3-4A65-9EE8-BEF566C6508F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1C067-53A6-458C-9BF3-F5C0DB1476AE}" type="datetimeFigureOut">
              <a:rPr lang="ko-KR" altLang="en-US" smtClean="0"/>
              <a:t>2023-09-27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FC8FE-93B3-4A65-9EE8-BEF566C6508F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1C067-53A6-458C-9BF3-F5C0DB1476AE}" type="datetimeFigureOut">
              <a:rPr lang="ko-KR" altLang="en-US" smtClean="0"/>
              <a:t>2023-09-27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FC8FE-93B3-4A65-9EE8-BEF566C6508F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4275299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61C067-53A6-458C-9BF3-F5C0DB1476AE}" type="datetimeFigureOut">
              <a:rPr lang="ko-KR" altLang="en-US" smtClean="0"/>
              <a:t>2023-09-27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CFC8FE-93B3-4A65-9EE8-BEF566C6508F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Administrator\AppData\Local\Microsoft\Windows\Temporary Internet Files\Temporary Compressed Files\down\M&amp;C-Logo(최종)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053" y="157648"/>
            <a:ext cx="1650643" cy="751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3707904" y="116632"/>
            <a:ext cx="4824536" cy="3600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mtClean="0">
                <a:solidFill>
                  <a:schemeClr val="tx1"/>
                </a:solidFill>
              </a:rPr>
              <a:t>ISO.03.05.03 . Ngày ban hành : 05/01/2020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Down Ribbon 2"/>
          <p:cNvSpPr/>
          <p:nvPr/>
        </p:nvSpPr>
        <p:spPr>
          <a:xfrm>
            <a:off x="395536" y="764704"/>
            <a:ext cx="8424936" cy="792088"/>
          </a:xfrm>
          <a:prstGeom prst="ribbon">
            <a:avLst>
              <a:gd name="adj1" fmla="val 16667"/>
              <a:gd name="adj2" fmla="val 71758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500" b="1" dirty="0" smtClean="0">
                <a:latin typeface="Times New Roman" pitchFamily="18" charset="0"/>
                <a:cs typeface="Times New Roman" pitchFamily="18" charset="0"/>
              </a:rPr>
              <a:t>MỤC TIÊU CHẤT LƯỢNG NĂM 2020</a:t>
            </a:r>
            <a:endParaRPr lang="en-US" sz="25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85053" y="1772816"/>
            <a:ext cx="8851443" cy="489654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Để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hoàn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thành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được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chính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sách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chất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lượng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đã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đề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ra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,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chúng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tôi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đưa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ra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mục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tiêu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chất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lượng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năm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2020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như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sau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endParaRPr lang="en-US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1.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Tỷ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lệ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hiệu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suất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đạt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96%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trở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lên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US" sz="2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2.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Các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vấn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đề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phát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sinh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chất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lượng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tại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khách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hàng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dưới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70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trường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hợp</a:t>
            </a:r>
            <a:endParaRPr lang="en-US" sz="2000" b="1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3.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Giảm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chi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phí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phát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sinh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do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khách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hàng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khiếu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nại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&lt;5% so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với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doanh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thu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4.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Tỷ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lệ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hoàn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thành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tuyển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dụng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đào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tạo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đạt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90%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trở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lên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endParaRPr lang="en-US" sz="20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                                                    </a:t>
            </a:r>
            <a:r>
              <a:rPr lang="en-US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Công</a:t>
            </a:r>
            <a:r>
              <a:rPr lang="en-US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ty TNHH M&amp;C ELECTRONICS VINA</a:t>
            </a:r>
          </a:p>
          <a:p>
            <a:endParaRPr lang="en-US" sz="20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sz="2000" b="1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sz="20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79749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C:\Users\Administrator\AppData\Local\Microsoft\Windows\Temporary Internet Files\Temporary Compressed Files\down\M&amp;C-Logo(최종)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053" y="157648"/>
            <a:ext cx="1650643" cy="751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3707904" y="116632"/>
            <a:ext cx="4824536" cy="3600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ISO.03.05.03 . </a:t>
            </a:r>
            <a:r>
              <a:rPr lang="en-US" dirty="0" err="1" smtClean="0">
                <a:solidFill>
                  <a:schemeClr val="tx1"/>
                </a:solidFill>
              </a:rPr>
              <a:t>Ngày</a:t>
            </a:r>
            <a:r>
              <a:rPr lang="en-US" dirty="0" smtClean="0">
                <a:solidFill>
                  <a:schemeClr val="tx1"/>
                </a:solidFill>
              </a:rPr>
              <a:t> ban </a:t>
            </a:r>
            <a:r>
              <a:rPr lang="en-US" dirty="0" err="1" smtClean="0">
                <a:solidFill>
                  <a:schemeClr val="tx1"/>
                </a:solidFill>
              </a:rPr>
              <a:t>hành</a:t>
            </a:r>
            <a:r>
              <a:rPr lang="en-US" dirty="0" smtClean="0">
                <a:solidFill>
                  <a:schemeClr val="tx1"/>
                </a:solidFill>
              </a:rPr>
              <a:t> : 05/01/2021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Down Ribbon 3"/>
          <p:cNvSpPr/>
          <p:nvPr/>
        </p:nvSpPr>
        <p:spPr>
          <a:xfrm>
            <a:off x="185053" y="764704"/>
            <a:ext cx="8851443" cy="864096"/>
          </a:xfrm>
          <a:prstGeom prst="ribbon">
            <a:avLst>
              <a:gd name="adj1" fmla="val 16667"/>
              <a:gd name="adj2" fmla="val 71758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500" b="1" dirty="0" smtClean="0">
                <a:latin typeface="Times New Roman" pitchFamily="18" charset="0"/>
                <a:cs typeface="Times New Roman" pitchFamily="18" charset="0"/>
              </a:rPr>
              <a:t>MỤC TIÊU CHẤT LƯỢNG NĂM 2021</a:t>
            </a:r>
            <a:endParaRPr lang="en-US" sz="25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85053" y="1772816"/>
            <a:ext cx="8851443" cy="489654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Để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hoàn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thành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được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chính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sách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chất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lượng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đã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đề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ra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chúng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tôi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đưa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ra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mục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tiêu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chất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lượng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năm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2021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như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sau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endParaRPr lang="en-US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1.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Tỷ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lệ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hiệu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suất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đạt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95%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trở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lên</a:t>
            </a:r>
            <a:endParaRPr lang="en-US" sz="2000" b="1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2.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Các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vấn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đề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phát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sinh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chất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lượng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tại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khách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hàng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dưới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42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trường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hợp</a:t>
            </a:r>
            <a:endParaRPr lang="en-US" sz="2000" b="1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3.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Giảm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chi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phí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phát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sinh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do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khách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hàng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khiếu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nại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&lt;5% so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với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doanh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thu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4.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Tỷ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lệ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hoàn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thành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tuyển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dụng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đào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tạo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đạt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90%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trở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lên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endParaRPr lang="en-US" sz="20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                                                    </a:t>
            </a:r>
            <a:r>
              <a:rPr lang="en-US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Công</a:t>
            </a:r>
            <a:r>
              <a:rPr lang="en-US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ty TNHH M&amp;C ELECTRONICS VINA</a:t>
            </a:r>
          </a:p>
          <a:p>
            <a:endParaRPr lang="en-US" sz="20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sz="2000" b="1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sz="20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05885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C:\Users\Administrator\AppData\Local\Microsoft\Windows\Temporary Internet Files\Temporary Compressed Files\down\M&amp;C-Logo(최종)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053" y="157648"/>
            <a:ext cx="1650643" cy="751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3707904" y="116632"/>
            <a:ext cx="4824536" cy="3600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ISO.03.05.03 . </a:t>
            </a:r>
            <a:r>
              <a:rPr lang="en-US" dirty="0" err="1" smtClean="0">
                <a:solidFill>
                  <a:schemeClr val="tx1"/>
                </a:solidFill>
              </a:rPr>
              <a:t>Ngày</a:t>
            </a:r>
            <a:r>
              <a:rPr lang="en-US" dirty="0" smtClean="0">
                <a:solidFill>
                  <a:schemeClr val="tx1"/>
                </a:solidFill>
              </a:rPr>
              <a:t> ban </a:t>
            </a:r>
            <a:r>
              <a:rPr lang="en-US" dirty="0" err="1" smtClean="0">
                <a:solidFill>
                  <a:schemeClr val="tx1"/>
                </a:solidFill>
              </a:rPr>
              <a:t>hành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smtClean="0">
                <a:solidFill>
                  <a:schemeClr val="tx1"/>
                </a:solidFill>
              </a:rPr>
              <a:t>: 05/01/2022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Down Ribbon 3"/>
          <p:cNvSpPr/>
          <p:nvPr/>
        </p:nvSpPr>
        <p:spPr>
          <a:xfrm>
            <a:off x="185053" y="764704"/>
            <a:ext cx="8851443" cy="864096"/>
          </a:xfrm>
          <a:prstGeom prst="ribbon">
            <a:avLst>
              <a:gd name="adj1" fmla="val 16667"/>
              <a:gd name="adj2" fmla="val 71758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500" b="1" dirty="0" smtClean="0">
                <a:latin typeface="Times New Roman" pitchFamily="18" charset="0"/>
                <a:cs typeface="Times New Roman" pitchFamily="18" charset="0"/>
              </a:rPr>
              <a:t>MỤC TIÊU CHẤT LƯỢNG </a:t>
            </a:r>
            <a:r>
              <a:rPr lang="en-US" sz="2500" b="1" smtClean="0">
                <a:latin typeface="Times New Roman" pitchFamily="18" charset="0"/>
                <a:cs typeface="Times New Roman" pitchFamily="18" charset="0"/>
              </a:rPr>
              <a:t>NĂM 2022</a:t>
            </a:r>
            <a:endParaRPr lang="en-US" sz="25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85053" y="1772816"/>
            <a:ext cx="8851443" cy="489654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Để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hoàn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thành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được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chính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sách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chất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lượng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đã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đề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ra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chúng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tôi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đưa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ra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mục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tiêu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chất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lượng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en-US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năm</a:t>
            </a:r>
            <a:r>
              <a:rPr lang="en-US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2022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như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sau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endParaRPr lang="en-US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1.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Tỷ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lệ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hiệu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suất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đạt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95%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trở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lên</a:t>
            </a:r>
            <a:endParaRPr lang="en-US" sz="2000" b="1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2.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Các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vấn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đề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phát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sinh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chất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lượng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tại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khách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hàng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dưới</a:t>
            </a:r>
            <a:r>
              <a:rPr lang="en-US" sz="2000" b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45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trường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hợp</a:t>
            </a:r>
            <a:endParaRPr lang="en-US" sz="2000" b="1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3.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Giảm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chi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phí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phát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sinh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do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khách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hàng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khiếu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nại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&lt;5% so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với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doanh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thu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4.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Tỷ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lệ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hoàn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thành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tuyển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dụng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đào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tạo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đạt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90%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trở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lên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endParaRPr lang="en-US" sz="20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                                                    </a:t>
            </a:r>
            <a:r>
              <a:rPr lang="en-US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Công</a:t>
            </a:r>
            <a:r>
              <a:rPr lang="en-US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ty TNHH M&amp;C ELECTRONICS VINA</a:t>
            </a:r>
          </a:p>
          <a:p>
            <a:endParaRPr lang="en-US" sz="20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sz="2000" b="1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sz="20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87558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C:\Users\Administrator\AppData\Local\Microsoft\Windows\Temporary Internet Files\Temporary Compressed Files\down\M&amp;C-Logo(최종)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053" y="157648"/>
            <a:ext cx="1650643" cy="751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3707904" y="116632"/>
            <a:ext cx="4824536" cy="3600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ISO.03.05.03 . </a:t>
            </a:r>
            <a:r>
              <a:rPr lang="en-US" dirty="0" err="1" smtClean="0">
                <a:solidFill>
                  <a:schemeClr val="tx1"/>
                </a:solidFill>
              </a:rPr>
              <a:t>Ngày</a:t>
            </a:r>
            <a:r>
              <a:rPr lang="en-US" dirty="0" smtClean="0">
                <a:solidFill>
                  <a:schemeClr val="tx1"/>
                </a:solidFill>
              </a:rPr>
              <a:t> ban </a:t>
            </a:r>
            <a:r>
              <a:rPr lang="en-US" dirty="0" err="1" smtClean="0">
                <a:solidFill>
                  <a:schemeClr val="tx1"/>
                </a:solidFill>
              </a:rPr>
              <a:t>hành</a:t>
            </a:r>
            <a:r>
              <a:rPr lang="en-US" dirty="0" smtClean="0">
                <a:solidFill>
                  <a:schemeClr val="tx1"/>
                </a:solidFill>
              </a:rPr>
              <a:t> : 05/01/2023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Down Ribbon 3"/>
          <p:cNvSpPr/>
          <p:nvPr/>
        </p:nvSpPr>
        <p:spPr>
          <a:xfrm>
            <a:off x="185053" y="764704"/>
            <a:ext cx="8851443" cy="864096"/>
          </a:xfrm>
          <a:prstGeom prst="ribbon">
            <a:avLst>
              <a:gd name="adj1" fmla="val 16667"/>
              <a:gd name="adj2" fmla="val 71758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500" b="1" dirty="0" smtClean="0">
                <a:latin typeface="Times New Roman" pitchFamily="18" charset="0"/>
                <a:cs typeface="Times New Roman" pitchFamily="18" charset="0"/>
              </a:rPr>
              <a:t>MỤC TIÊU CHẤT LƯỢNG NĂM 2023</a:t>
            </a:r>
            <a:endParaRPr lang="en-US" sz="25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85053" y="1772816"/>
            <a:ext cx="8851443" cy="489654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Để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hoàn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thành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được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chính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sách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chất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lượng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đã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đề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ra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chúng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tôi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đưa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ra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mục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tiêu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chất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lượng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en-US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năm</a:t>
            </a:r>
            <a:r>
              <a:rPr lang="en-US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2023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như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sau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endParaRPr lang="en-US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1.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Tỷ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lệ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hiệu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suất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đạt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95%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trở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lên</a:t>
            </a:r>
            <a:endParaRPr lang="en-US" sz="2000" b="1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2.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Các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vấn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đề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phát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sinh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chất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lượng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tại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khách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hàng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dưới</a:t>
            </a:r>
            <a:r>
              <a:rPr lang="en-US" sz="2000" b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40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trường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hợp</a:t>
            </a:r>
            <a:endParaRPr lang="en-US" sz="2000" b="1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3.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Giảm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chi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phí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phát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sinh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do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khách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hàng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khiếu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nại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&lt;5% so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với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doanh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thu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4.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Tỷ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lệ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hoàn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thành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tuyển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dụng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đào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tạo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đạt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90%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trở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lên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endParaRPr lang="en-US" sz="20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                                                    </a:t>
            </a:r>
            <a:r>
              <a:rPr lang="en-US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Công</a:t>
            </a:r>
            <a:r>
              <a:rPr lang="en-US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ty TNHH M&amp;C ELECTRONICS VINA</a:t>
            </a:r>
          </a:p>
          <a:p>
            <a:endParaRPr lang="en-US" sz="20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sz="2000" b="1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sz="20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/>
          <a:srcRect t="6191"/>
          <a:stretch/>
        </p:blipFill>
        <p:spPr>
          <a:xfrm>
            <a:off x="5004047" y="5157191"/>
            <a:ext cx="2808313" cy="1170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11921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2389</TotalTime>
  <Words>445</Words>
  <Application>Microsoft Office PowerPoint</Application>
  <PresentationFormat>On-screen Show (4:3)</PresentationFormat>
  <Paragraphs>48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맑은 고딕</vt:lpstr>
      <vt:lpstr>Arial</vt:lpstr>
      <vt:lpstr>Times New Roman</vt:lpstr>
      <vt:lpstr>Office 테마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admin</dc:creator>
  <cp:lastModifiedBy>DPC</cp:lastModifiedBy>
  <cp:revision>100</cp:revision>
  <cp:lastPrinted>2023-09-27T07:23:26Z</cp:lastPrinted>
  <dcterms:created xsi:type="dcterms:W3CDTF">2015-01-13T03:13:25Z</dcterms:created>
  <dcterms:modified xsi:type="dcterms:W3CDTF">2023-09-27T07:23:31Z</dcterms:modified>
</cp:coreProperties>
</file>