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embedTrueTypeFonts="1" saveSubsetFonts="1">
  <p:sldMasterIdLst>
    <p:sldMasterId id="2147483649" r:id="rId1"/>
  </p:sldMasterIdLst>
  <p:notesMasterIdLst>
    <p:notesMasterId r:id="rId4"/>
  </p:notesMasterIdLst>
  <p:handoutMasterIdLst>
    <p:handoutMasterId r:id="rId5"/>
  </p:handoutMasterIdLst>
  <p:sldIdLst>
    <p:sldId id="458" r:id="rId2"/>
    <p:sldId id="457" r:id="rId3"/>
  </p:sldIdLst>
  <p:sldSz cx="9906000" cy="6858000" type="A4"/>
  <p:notesSz cx="6807200" cy="9939338"/>
  <p:embeddedFontLst>
    <p:embeddedFont>
      <p:font typeface="Microsoft YaHei" panose="020B0503020204020204" pitchFamily="34" charset="-122"/>
      <p:regular r:id="rId6"/>
      <p:bold r:id="rId7"/>
    </p:embeddedFont>
    <p:embeddedFont>
      <p:font typeface="Malgun Gothic" panose="020B0503020000020004" pitchFamily="34" charset="-127"/>
      <p:regular r:id="rId8"/>
      <p:bold r:id="rId9"/>
    </p:embeddedFont>
    <p:embeddedFont>
      <p:font typeface="Arial Narrow" panose="020B0606020202030204" pitchFamily="34" charset="0"/>
      <p:regular r:id="rId10"/>
      <p:bold r:id="rId11"/>
      <p:italic r:id="rId12"/>
      <p:boldItalic r:id="rId13"/>
    </p:embeddedFont>
  </p:embeddedFontLst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 Narrow" panose="020B0606020202030204" pitchFamily="34" charset="0"/>
        <a:ea typeface="LG스마트체 Regular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 Narrow" panose="020B0606020202030204" pitchFamily="34" charset="0"/>
        <a:ea typeface="LG스마트체 Regular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 Narrow" panose="020B0606020202030204" pitchFamily="34" charset="0"/>
        <a:ea typeface="LG스마트체 Regular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 Narrow" panose="020B0606020202030204" pitchFamily="34" charset="0"/>
        <a:ea typeface="LG스마트체 Regular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 Narrow" panose="020B0606020202030204" pitchFamily="34" charset="0"/>
        <a:ea typeface="LG스마트체 Regular" pitchFamily="50" charset="-127"/>
        <a:cs typeface="+mn-cs"/>
      </a:defRPr>
    </a:lvl5pPr>
    <a:lvl6pPr marL="2286000" algn="l" defTabSz="914400" rtl="0" eaLnBrk="1" latinLnBrk="0" hangingPunct="1">
      <a:defRPr sz="1400" b="1" kern="1200">
        <a:solidFill>
          <a:schemeClr val="tx1"/>
        </a:solidFill>
        <a:latin typeface="Arial Narrow" panose="020B0606020202030204" pitchFamily="34" charset="0"/>
        <a:ea typeface="LG스마트체 Regular" pitchFamily="50" charset="-127"/>
        <a:cs typeface="+mn-cs"/>
      </a:defRPr>
    </a:lvl6pPr>
    <a:lvl7pPr marL="2743200" algn="l" defTabSz="914400" rtl="0" eaLnBrk="1" latinLnBrk="0" hangingPunct="1">
      <a:defRPr sz="1400" b="1" kern="1200">
        <a:solidFill>
          <a:schemeClr val="tx1"/>
        </a:solidFill>
        <a:latin typeface="Arial Narrow" panose="020B0606020202030204" pitchFamily="34" charset="0"/>
        <a:ea typeface="LG스마트체 Regular" pitchFamily="50" charset="-127"/>
        <a:cs typeface="+mn-cs"/>
      </a:defRPr>
    </a:lvl7pPr>
    <a:lvl8pPr marL="3200400" algn="l" defTabSz="914400" rtl="0" eaLnBrk="1" latinLnBrk="0" hangingPunct="1">
      <a:defRPr sz="1400" b="1" kern="1200">
        <a:solidFill>
          <a:schemeClr val="tx1"/>
        </a:solidFill>
        <a:latin typeface="Arial Narrow" panose="020B0606020202030204" pitchFamily="34" charset="0"/>
        <a:ea typeface="LG스마트체 Regular" pitchFamily="50" charset="-127"/>
        <a:cs typeface="+mn-cs"/>
      </a:defRPr>
    </a:lvl8pPr>
    <a:lvl9pPr marL="3657600" algn="l" defTabSz="914400" rtl="0" eaLnBrk="1" latinLnBrk="0" hangingPunct="1">
      <a:defRPr sz="1400" b="1" kern="1200">
        <a:solidFill>
          <a:schemeClr val="tx1"/>
        </a:solidFill>
        <a:latin typeface="Arial Narrow" panose="020B0606020202030204" pitchFamily="34" charset="0"/>
        <a:ea typeface="LG스마트체 Regular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13">
          <p15:clr>
            <a:srgbClr val="A4A3A4"/>
          </p15:clr>
        </p15:guide>
        <p15:guide id="2" orient="horz" pos="663">
          <p15:clr>
            <a:srgbClr val="A4A3A4"/>
          </p15:clr>
        </p15:guide>
        <p15:guide id="3" orient="horz" pos="527">
          <p15:clr>
            <a:srgbClr val="A4A3A4"/>
          </p15:clr>
        </p15:guide>
        <p15:guide id="4" pos="5978">
          <p15:clr>
            <a:srgbClr val="A4A3A4"/>
          </p15:clr>
        </p15:guide>
        <p15:guide id="5" pos="5513">
          <p15:clr>
            <a:srgbClr val="A4A3A4"/>
          </p15:clr>
        </p15:guide>
        <p15:guide id="6" pos="4626">
          <p15:clr>
            <a:srgbClr val="A4A3A4"/>
          </p15:clr>
        </p15:guide>
        <p15:guide id="7" pos="5266">
          <p15:clr>
            <a:srgbClr val="A4A3A4"/>
          </p15:clr>
        </p15:guide>
        <p15:guide id="8" pos="26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  <a:srgbClr val="FF0000"/>
    <a:srgbClr val="66FF33"/>
    <a:srgbClr val="FF66FF"/>
    <a:srgbClr val="FF99CC"/>
    <a:srgbClr val="B2B2B2"/>
    <a:srgbClr val="A0C0E0"/>
    <a:srgbClr val="5890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902" autoAdjust="0"/>
    <p:restoredTop sz="98039" autoAdjust="0"/>
  </p:normalViewPr>
  <p:slideViewPr>
    <p:cSldViewPr>
      <p:cViewPr varScale="1">
        <p:scale>
          <a:sx n="119" d="100"/>
          <a:sy n="119" d="100"/>
        </p:scale>
        <p:origin x="918" y="84"/>
      </p:cViewPr>
      <p:guideLst>
        <p:guide orient="horz" pos="3813"/>
        <p:guide orient="horz" pos="663"/>
        <p:guide orient="horz" pos="527"/>
        <p:guide pos="5978"/>
        <p:guide pos="5513"/>
        <p:guide pos="4626"/>
        <p:guide pos="5266"/>
        <p:guide pos="262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font" Target="fonts/font8.fntdata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font" Target="fonts/font7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handoutMaster" Target="handoutMasters/handoutMaster1.xml"/><Relationship Id="rId15" Type="http://schemas.openxmlformats.org/officeDocument/2006/relationships/viewProps" Target="viewProps.xml"/><Relationship Id="rId10" Type="http://schemas.openxmlformats.org/officeDocument/2006/relationships/font" Target="fonts/font5.fntdata"/><Relationship Id="rId4" Type="http://schemas.openxmlformats.org/officeDocument/2006/relationships/notesMaster" Target="notesMasters/notesMaster1.xml"/><Relationship Id="rId9" Type="http://schemas.openxmlformats.org/officeDocument/2006/relationships/font" Target="fonts/font4.fntdata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8475"/>
          </a:xfrm>
          <a:prstGeom prst="rect">
            <a:avLst/>
          </a:prstGeom>
        </p:spPr>
        <p:txBody>
          <a:bodyPr vert="horz" wrap="square" lIns="91312" tIns="45656" rIns="91312" bIns="45656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kumimoji="1"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6038" y="0"/>
            <a:ext cx="2949575" cy="498475"/>
          </a:xfrm>
          <a:prstGeom prst="rect">
            <a:avLst/>
          </a:prstGeom>
        </p:spPr>
        <p:txBody>
          <a:bodyPr vert="horz" wrap="square" lIns="91312" tIns="45656" rIns="91312" bIns="45656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1"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39275"/>
            <a:ext cx="2949575" cy="498475"/>
          </a:xfrm>
          <a:prstGeom prst="rect">
            <a:avLst/>
          </a:prstGeom>
        </p:spPr>
        <p:txBody>
          <a:bodyPr vert="horz" wrap="square" lIns="91312" tIns="45656" rIns="91312" bIns="45656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defRPr kumimoji="1"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6038" y="9439275"/>
            <a:ext cx="2949575" cy="498475"/>
          </a:xfrm>
          <a:prstGeom prst="rect">
            <a:avLst/>
          </a:prstGeom>
        </p:spPr>
        <p:txBody>
          <a:bodyPr vert="horz" wrap="square" lIns="91312" tIns="45656" rIns="91312" bIns="45656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56C67A1B-8BA5-4B41-A5D9-CF5209E72E17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51163" cy="4984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107" tIns="46053" rIns="92107" bIns="46053" numCol="1" anchor="t" anchorCtr="0" compatLnSpc="1">
            <a:prstTxWarp prst="textNoShape">
              <a:avLst/>
            </a:prstTxWarp>
          </a:bodyPr>
          <a:lstStyle>
            <a:lvl1pPr defTabSz="920750" eaLnBrk="1" latinLnBrk="1" hangingPunct="1">
              <a:defRPr kumimoji="1"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4450" y="0"/>
            <a:ext cx="2951163" cy="4984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107" tIns="46053" rIns="92107" bIns="46053" numCol="1" anchor="t" anchorCtr="0" compatLnSpc="1">
            <a:prstTxWarp prst="textNoShape">
              <a:avLst/>
            </a:prstTxWarp>
          </a:bodyPr>
          <a:lstStyle>
            <a:lvl1pPr algn="r" defTabSz="920750" eaLnBrk="1" latinLnBrk="1" hangingPunct="1">
              <a:defRPr kumimoji="1"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xfrm>
            <a:off x="711200" y="744538"/>
            <a:ext cx="5384800" cy="3727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721225"/>
            <a:ext cx="5448300" cy="44735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107" tIns="46053" rIns="92107" bIns="4605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smtClean="0"/>
              <a:t>마스터 텍스트 스타일을 편집합니다</a:t>
            </a:r>
          </a:p>
          <a:p>
            <a:pPr lvl="1"/>
            <a:r>
              <a:rPr lang="ko-KR" altLang="en-US" noProof="0" smtClean="0"/>
              <a:t>둘째 수준</a:t>
            </a:r>
          </a:p>
          <a:p>
            <a:pPr lvl="2"/>
            <a:r>
              <a:rPr lang="ko-KR" altLang="en-US" noProof="0" smtClean="0"/>
              <a:t>셋째 수준</a:t>
            </a:r>
          </a:p>
          <a:p>
            <a:pPr lvl="3"/>
            <a:r>
              <a:rPr lang="ko-KR" altLang="en-US" noProof="0" smtClean="0"/>
              <a:t>넷째 수준</a:t>
            </a:r>
          </a:p>
          <a:p>
            <a:pPr lvl="4"/>
            <a:r>
              <a:rPr lang="ko-KR" altLang="en-US" noProof="0" smtClean="0"/>
              <a:t>다섯째 수준</a:t>
            </a:r>
          </a:p>
        </p:txBody>
      </p:sp>
      <p:sp>
        <p:nvSpPr>
          <p:cNvPr id="174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9275"/>
            <a:ext cx="2951163" cy="4984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107" tIns="46053" rIns="92107" bIns="46053" numCol="1" anchor="b" anchorCtr="0" compatLnSpc="1">
            <a:prstTxWarp prst="textNoShape">
              <a:avLst/>
            </a:prstTxWarp>
          </a:bodyPr>
          <a:lstStyle>
            <a:lvl1pPr defTabSz="920750" eaLnBrk="1" latinLnBrk="1" hangingPunct="1">
              <a:defRPr kumimoji="1"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74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4450" y="9439275"/>
            <a:ext cx="2951163" cy="4984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107" tIns="46053" rIns="92107" bIns="46053" numCol="1" anchor="b" anchorCtr="0" compatLnSpc="1">
            <a:prstTxWarp prst="textNoShape">
              <a:avLst/>
            </a:prstTxWarp>
          </a:bodyPr>
          <a:lstStyle>
            <a:lvl1pPr algn="r" defTabSz="920750" eaLnBrk="1" latinLnBrk="1" hangingPunct="1"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25F59891-268A-4689-91B5-10BA2B22207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굴림" pitchFamily="50" charset="-128"/>
              <a:ea typeface="굴림" pitchFamily="50" charset="-128"/>
            </a:endParaRPr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0750">
              <a:defRPr sz="1400" b="1">
                <a:solidFill>
                  <a:schemeClr val="tx1"/>
                </a:solidFill>
                <a:latin typeface="Arial Narrow" panose="020B0606020202030204" pitchFamily="34" charset="0"/>
                <a:ea typeface="LG스마트체 Regular" pitchFamily="50" charset="-127"/>
              </a:defRPr>
            </a:lvl1pPr>
            <a:lvl2pPr marL="742950" indent="-285750" defTabSz="920750">
              <a:defRPr sz="1400" b="1">
                <a:solidFill>
                  <a:schemeClr val="tx1"/>
                </a:solidFill>
                <a:latin typeface="Arial Narrow" panose="020B0606020202030204" pitchFamily="34" charset="0"/>
                <a:ea typeface="LG스마트체 Regular" pitchFamily="50" charset="-127"/>
              </a:defRPr>
            </a:lvl2pPr>
            <a:lvl3pPr marL="1143000" indent="-228600" defTabSz="920750">
              <a:defRPr sz="1400" b="1">
                <a:solidFill>
                  <a:schemeClr val="tx1"/>
                </a:solidFill>
                <a:latin typeface="Arial Narrow" panose="020B0606020202030204" pitchFamily="34" charset="0"/>
                <a:ea typeface="LG스마트체 Regular" pitchFamily="50" charset="-127"/>
              </a:defRPr>
            </a:lvl3pPr>
            <a:lvl4pPr marL="1600200" indent="-228600" defTabSz="920750">
              <a:defRPr sz="1400" b="1">
                <a:solidFill>
                  <a:schemeClr val="tx1"/>
                </a:solidFill>
                <a:latin typeface="Arial Narrow" panose="020B0606020202030204" pitchFamily="34" charset="0"/>
                <a:ea typeface="LG스마트체 Regular" pitchFamily="50" charset="-127"/>
              </a:defRPr>
            </a:lvl4pPr>
            <a:lvl5pPr marL="2057400" indent="-228600" defTabSz="920750">
              <a:defRPr sz="1400" b="1">
                <a:solidFill>
                  <a:schemeClr val="tx1"/>
                </a:solidFill>
                <a:latin typeface="Arial Narrow" panose="020B0606020202030204" pitchFamily="34" charset="0"/>
                <a:ea typeface="LG스마트체 Regular" pitchFamily="50" charset="-127"/>
              </a:defRPr>
            </a:lvl5pPr>
            <a:lvl6pPr marL="2514600" indent="-228600" defTabSz="92075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 Narrow" panose="020B0606020202030204" pitchFamily="34" charset="0"/>
                <a:ea typeface="LG스마트체 Regular" pitchFamily="50" charset="-127"/>
              </a:defRPr>
            </a:lvl6pPr>
            <a:lvl7pPr marL="2971800" indent="-228600" defTabSz="92075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 Narrow" panose="020B0606020202030204" pitchFamily="34" charset="0"/>
                <a:ea typeface="LG스마트체 Regular" pitchFamily="50" charset="-127"/>
              </a:defRPr>
            </a:lvl7pPr>
            <a:lvl8pPr marL="3429000" indent="-228600" defTabSz="92075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 Narrow" panose="020B0606020202030204" pitchFamily="34" charset="0"/>
                <a:ea typeface="LG스마트체 Regular" pitchFamily="50" charset="-127"/>
              </a:defRPr>
            </a:lvl8pPr>
            <a:lvl9pPr marL="3886200" indent="-228600" defTabSz="92075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 Narrow" panose="020B0606020202030204" pitchFamily="34" charset="0"/>
                <a:ea typeface="LG스마트체 Regular" pitchFamily="50" charset="-127"/>
              </a:defRPr>
            </a:lvl9pPr>
          </a:lstStyle>
          <a:p>
            <a:fld id="{C4A8D15D-58F2-4DFA-86BB-6D43D22532A7}" type="slidenum">
              <a:rPr lang="en-US" altLang="ko-KR" sz="1200" b="0" smtClean="0">
                <a:latin typeface="굴림" pitchFamily="50" charset="-128"/>
                <a:ea typeface="굴림" pitchFamily="50" charset="-128"/>
              </a:rPr>
              <a:pPr/>
              <a:t>1</a:t>
            </a:fld>
            <a:endParaRPr lang="en-US" altLang="ko-KR" sz="1200" b="0" smtClean="0">
              <a:latin typeface="굴림" pitchFamily="50" charset="-128"/>
              <a:ea typeface="굴림" pitchFamily="50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7878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00025" y="128588"/>
            <a:ext cx="4984750" cy="366712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ko-KR" altLang="en-US" noProof="1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ko-KR" altLang="en-US" noProof="1"/>
          </a:p>
        </p:txBody>
      </p:sp>
    </p:spTree>
    <p:extLst>
      <p:ext uri="{BB962C8B-B14F-4D97-AF65-F5344CB8AC3E}">
        <p14:creationId xmlns:p14="http://schemas.microsoft.com/office/powerpoint/2010/main" val="38296312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ags" Target="../tags/tag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title" idx="4294967295"/>
            <p:custDataLst>
              <p:tags r:id="rId4"/>
            </p:custDataLst>
          </p:nvPr>
        </p:nvSpPr>
        <p:spPr bwMode="auto">
          <a:xfrm>
            <a:off x="200025" y="128588"/>
            <a:ext cx="4984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ko-KR" smtClean="0"/>
              <a:t>EXHIBIT</a:t>
            </a:r>
          </a:p>
        </p:txBody>
      </p:sp>
      <p:sp>
        <p:nvSpPr>
          <p:cNvPr id="20" name="Line 2"/>
          <p:cNvSpPr>
            <a:spLocks noChangeShapeType="1"/>
          </p:cNvSpPr>
          <p:nvPr/>
        </p:nvSpPr>
        <p:spPr bwMode="auto">
          <a:xfrm>
            <a:off x="93663" y="542925"/>
            <a:ext cx="9720262" cy="0"/>
          </a:xfrm>
          <a:prstGeom prst="line">
            <a:avLst/>
          </a:prstGeom>
          <a:noFill/>
          <a:ln w="9525">
            <a:solidFill>
              <a:schemeClr val="bg1">
                <a:lumMod val="50000"/>
              </a:schemeClr>
            </a:solidFill>
            <a:round/>
          </a:ln>
        </p:spPr>
        <p:txBody>
          <a:bodyPr/>
          <a:lstStyle/>
          <a:p>
            <a:pPr algn="ctr" eaLnBrk="1" latinLnBrk="1" hangingPunct="1">
              <a:defRPr/>
            </a:pPr>
            <a:endParaRPr kumimoji="1" lang="ko-KR" altLang="en-US" sz="1200" b="0" dirty="0">
              <a:solidFill>
                <a:prstClr val="black"/>
              </a:solidFill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21" name="Line 3"/>
          <p:cNvSpPr>
            <a:spLocks noChangeShapeType="1"/>
          </p:cNvSpPr>
          <p:nvPr/>
        </p:nvSpPr>
        <p:spPr bwMode="auto">
          <a:xfrm>
            <a:off x="93663" y="6421438"/>
            <a:ext cx="9720262" cy="0"/>
          </a:xfrm>
          <a:prstGeom prst="line">
            <a:avLst/>
          </a:prstGeom>
          <a:noFill/>
          <a:ln w="38100">
            <a:solidFill>
              <a:schemeClr val="bg1">
                <a:lumMod val="50000"/>
              </a:schemeClr>
            </a:solidFill>
            <a:round/>
          </a:ln>
        </p:spPr>
        <p:txBody>
          <a:bodyPr/>
          <a:lstStyle/>
          <a:p>
            <a:pPr algn="ctr" eaLnBrk="1" latinLnBrk="1" hangingPunct="1">
              <a:defRPr/>
            </a:pPr>
            <a:endParaRPr kumimoji="1" lang="ko-KR" altLang="en-US" sz="1200" b="0" dirty="0">
              <a:solidFill>
                <a:prstClr val="black"/>
              </a:solidFill>
              <a:latin typeface="Gulim" panose="020B0600000101010101" pitchFamily="34" charset="-127"/>
              <a:ea typeface="Gulim" panose="020B0600000101010101" pitchFamily="34" charset="-127"/>
            </a:endParaRPr>
          </a:p>
        </p:txBody>
      </p:sp>
      <p:sp>
        <p:nvSpPr>
          <p:cNvPr id="1029" name="직사각형 12"/>
          <p:cNvSpPr>
            <a:spLocks noChangeArrowheads="1"/>
          </p:cNvSpPr>
          <p:nvPr/>
        </p:nvSpPr>
        <p:spPr bwMode="auto">
          <a:xfrm>
            <a:off x="4592638" y="82550"/>
            <a:ext cx="722312" cy="360363"/>
          </a:xfrm>
          <a:prstGeom prst="rect">
            <a:avLst/>
          </a:prstGeom>
          <a:noFill/>
          <a:ln w="12700" algn="ctr">
            <a:solidFill>
              <a:srgbClr val="FF0000">
                <a:alpha val="39999"/>
              </a:srgb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36000" tIns="36000" rIns="36000" bIns="36000" anchor="ctr"/>
          <a:lstStyle>
            <a:lvl1pPr>
              <a:defRPr sz="1400" b="1">
                <a:solidFill>
                  <a:schemeClr val="tx1"/>
                </a:solidFill>
                <a:latin typeface="Arial Narrow" panose="020B0606020202030204" pitchFamily="34" charset="0"/>
                <a:ea typeface="LG스마트체 Regular" pitchFamily="50" charset="-127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 Narrow" panose="020B0606020202030204" pitchFamily="34" charset="0"/>
                <a:ea typeface="LG스마트체 Regular" pitchFamily="50" charset="-127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 Narrow" panose="020B0606020202030204" pitchFamily="34" charset="0"/>
                <a:ea typeface="LG스마트체 Regular" pitchFamily="50" charset="-127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 Narrow" panose="020B0606020202030204" pitchFamily="34" charset="0"/>
                <a:ea typeface="LG스마트체 Regular" pitchFamily="50" charset="-127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 Narrow" panose="020B0606020202030204" pitchFamily="34" charset="0"/>
                <a:ea typeface="LG스마트체 Regular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 Narrow" panose="020B0606020202030204" pitchFamily="34" charset="0"/>
                <a:ea typeface="LG스마트체 Regular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 Narrow" panose="020B0606020202030204" pitchFamily="34" charset="0"/>
                <a:ea typeface="LG스마트체 Regular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 Narrow" panose="020B0606020202030204" pitchFamily="34" charset="0"/>
                <a:ea typeface="LG스마트체 Regular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 Narrow" panose="020B0606020202030204" pitchFamily="34" charset="0"/>
                <a:ea typeface="LG스마트체 Regular" pitchFamily="50" charset="-127"/>
              </a:defRPr>
            </a:lvl9pPr>
          </a:lstStyle>
          <a:p>
            <a:pPr algn="ctr" eaLnBrk="1" latinLnBrk="1" hangingPunct="1">
              <a:defRPr/>
            </a:pPr>
            <a:r>
              <a:rPr kumimoji="1" lang="ko-KR" altLang="en-US" sz="1200" smtClean="0">
                <a:solidFill>
                  <a:srgbClr val="FF9393"/>
                </a:solidFill>
                <a:latin typeface="Arial" panose="020B0604020202020204" pitchFamily="34" charset="0"/>
              </a:rPr>
              <a:t>사내한</a:t>
            </a:r>
          </a:p>
        </p:txBody>
      </p:sp>
      <p:sp>
        <p:nvSpPr>
          <p:cNvPr id="2" name="Text Box 24"/>
          <p:cNvSpPr txBox="1">
            <a:spLocks noChangeArrowheads="1"/>
          </p:cNvSpPr>
          <p:nvPr/>
        </p:nvSpPr>
        <p:spPr bwMode="auto">
          <a:xfrm>
            <a:off x="7740650" y="6597650"/>
            <a:ext cx="2133600" cy="2317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1400" b="1">
                <a:solidFill>
                  <a:schemeClr val="tx1"/>
                </a:solidFill>
                <a:latin typeface="Arial Narrow" panose="020B0606020202030204" pitchFamily="34" charset="0"/>
                <a:ea typeface="LG스마트체 Regular" pitchFamily="50" charset="-127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Arial Narrow" panose="020B0606020202030204" pitchFamily="34" charset="0"/>
                <a:ea typeface="LG스마트체 Regular" pitchFamily="50" charset="-127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Arial Narrow" panose="020B0606020202030204" pitchFamily="34" charset="0"/>
                <a:ea typeface="LG스마트체 Regular" pitchFamily="50" charset="-127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Arial Narrow" panose="020B0606020202030204" pitchFamily="34" charset="0"/>
                <a:ea typeface="LG스마트체 Regular" pitchFamily="50" charset="-127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Arial Narrow" panose="020B0606020202030204" pitchFamily="34" charset="0"/>
                <a:ea typeface="LG스마트체 Regular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 Narrow" panose="020B0606020202030204" pitchFamily="34" charset="0"/>
                <a:ea typeface="LG스마트체 Regular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 Narrow" panose="020B0606020202030204" pitchFamily="34" charset="0"/>
                <a:ea typeface="LG스마트체 Regular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 Narrow" panose="020B0606020202030204" pitchFamily="34" charset="0"/>
                <a:ea typeface="LG스마트체 Regular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 Narrow" panose="020B0606020202030204" pitchFamily="34" charset="0"/>
                <a:ea typeface="LG스마트체 Regular" pitchFamily="50" charset="-127"/>
              </a:defRPr>
            </a:lvl9pPr>
          </a:lstStyle>
          <a:p>
            <a:pPr algn="r">
              <a:defRPr/>
            </a:pPr>
            <a:r>
              <a:rPr lang="en-US" altLang="zh-CN" sz="900" dirty="0" smtClean="0"/>
              <a:t>LGITForm-YT-Com-0002 </a:t>
            </a:r>
            <a:r>
              <a:rPr lang="en-US" altLang="ko-KR" sz="900" dirty="0" smtClean="0">
                <a:latin typeface="Arial" panose="020B0604020202020204" pitchFamily="34" charset="0"/>
                <a:ea typeface="Dotum" panose="020B0600000101010101" pitchFamily="34" charset="-127"/>
              </a:rPr>
              <a:t>R0(18.06.23)</a:t>
            </a:r>
          </a:p>
        </p:txBody>
      </p:sp>
      <p:sp>
        <p:nvSpPr>
          <p:cNvPr id="1031" name="Text Box 29"/>
          <p:cNvSpPr txBox="1">
            <a:spLocks noChangeArrowheads="1"/>
          </p:cNvSpPr>
          <p:nvPr/>
        </p:nvSpPr>
        <p:spPr bwMode="auto">
          <a:xfrm>
            <a:off x="4471988" y="6638925"/>
            <a:ext cx="957262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sz="1400" b="1">
                <a:solidFill>
                  <a:schemeClr val="tx1"/>
                </a:solidFill>
                <a:latin typeface="Arial Narrow" panose="020B0606020202030204" pitchFamily="34" charset="0"/>
                <a:ea typeface="LG스마트체 Regular" pitchFamily="50" charset="-127"/>
              </a:defRPr>
            </a:lvl1pPr>
            <a:lvl2pPr marL="742950" indent="-285750" eaLnBrk="0" hangingPunct="0">
              <a:defRPr sz="1400" b="1">
                <a:solidFill>
                  <a:schemeClr val="tx1"/>
                </a:solidFill>
                <a:latin typeface="Arial Narrow" panose="020B0606020202030204" pitchFamily="34" charset="0"/>
                <a:ea typeface="LG스마트체 Regular" pitchFamily="50" charset="-127"/>
              </a:defRPr>
            </a:lvl2pPr>
            <a:lvl3pPr marL="1143000" indent="-228600" eaLnBrk="0" hangingPunct="0">
              <a:defRPr sz="1400" b="1">
                <a:solidFill>
                  <a:schemeClr val="tx1"/>
                </a:solidFill>
                <a:latin typeface="Arial Narrow" panose="020B0606020202030204" pitchFamily="34" charset="0"/>
                <a:ea typeface="LG스마트체 Regular" pitchFamily="50" charset="-127"/>
              </a:defRPr>
            </a:lvl3pPr>
            <a:lvl4pPr marL="1600200" indent="-228600" eaLnBrk="0" hangingPunct="0">
              <a:defRPr sz="1400" b="1">
                <a:solidFill>
                  <a:schemeClr val="tx1"/>
                </a:solidFill>
                <a:latin typeface="Arial Narrow" panose="020B0606020202030204" pitchFamily="34" charset="0"/>
                <a:ea typeface="LG스마트체 Regular" pitchFamily="50" charset="-127"/>
              </a:defRPr>
            </a:lvl4pPr>
            <a:lvl5pPr marL="2057400" indent="-228600" eaLnBrk="0" hangingPunct="0">
              <a:defRPr sz="1400" b="1">
                <a:solidFill>
                  <a:schemeClr val="tx1"/>
                </a:solidFill>
                <a:latin typeface="Arial Narrow" panose="020B0606020202030204" pitchFamily="34" charset="0"/>
                <a:ea typeface="LG스마트체 Regular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 Narrow" panose="020B0606020202030204" pitchFamily="34" charset="0"/>
                <a:ea typeface="LG스마트체 Regular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 Narrow" panose="020B0606020202030204" pitchFamily="34" charset="0"/>
                <a:ea typeface="LG스마트체 Regular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 Narrow" panose="020B0606020202030204" pitchFamily="34" charset="0"/>
                <a:ea typeface="LG스마트체 Regular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 Narrow" panose="020B0606020202030204" pitchFamily="34" charset="0"/>
                <a:ea typeface="LG스마트체 Regular" pitchFamily="50" charset="-127"/>
              </a:defRPr>
            </a:lvl9pPr>
          </a:lstStyle>
          <a:p>
            <a:pPr algn="ctr">
              <a:defRPr/>
            </a:pPr>
            <a:r>
              <a:rPr lang="en-US" altLang="ko-KR" sz="1000" dirty="0" smtClean="0">
                <a:solidFill>
                  <a:srgbClr val="FF0000"/>
                </a:solidFill>
                <a:latin typeface="Arial" panose="020B0604020202020204" pitchFamily="34" charset="0"/>
                <a:ea typeface="Dotum" panose="020B0600000101010101" pitchFamily="34" charset="-127"/>
              </a:rPr>
              <a:t>(Secret Level 2)</a:t>
            </a:r>
          </a:p>
        </p:txBody>
      </p:sp>
      <p:pic>
        <p:nvPicPr>
          <p:cNvPr id="1032" name="Picture 2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34"/>
          <a:stretch>
            <a:fillRect/>
          </a:stretch>
        </p:blipFill>
        <p:spPr bwMode="auto">
          <a:xfrm>
            <a:off x="100013" y="6669088"/>
            <a:ext cx="676275" cy="13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</p:sldLayoutIdLst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 Narrow" panose="020B0606020202030204" pitchFamily="34" charset="0"/>
          <a:ea typeface="LG스마트체 Regular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 Narrow" panose="020B0606020202030204" pitchFamily="34" charset="0"/>
          <a:ea typeface="LG스마트체 Regular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 Narrow" panose="020B0606020202030204" pitchFamily="34" charset="0"/>
          <a:ea typeface="LG스마트체 Regular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 Narrow" panose="020B0606020202030204" pitchFamily="34" charset="0"/>
          <a:ea typeface="LG스마트체 Regular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sz="4400" b="1">
          <a:solidFill>
            <a:schemeClr val="tx1"/>
          </a:solidFill>
          <a:latin typeface="Arial Narrow" panose="020B0606020202030204" pitchFamily="34" charset="0"/>
          <a:ea typeface="LG스마트체 Regular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Gulim" panose="020B0600000101010101" pitchFamily="34" charset="-127"/>
          <a:ea typeface="Gulim" panose="020B0600000101010101" pitchFamily="34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Gulim" panose="020B0600000101010101" pitchFamily="34" charset="-127"/>
          <a:ea typeface="Gulim" panose="020B0600000101010101" pitchFamily="34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Gulim" panose="020B0600000101010101" pitchFamily="34" charset="-127"/>
          <a:ea typeface="Gulim" panose="020B0600000101010101" pitchFamily="34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Gulim" panose="020B0600000101010101" pitchFamily="34" charset="-127"/>
          <a:ea typeface="Gulim" panose="020B0600000101010101" pitchFamily="34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Arial Narrow" panose="020B0606020202030204" pitchFamily="34" charset="0"/>
          <a:ea typeface="LG스마트체 Regular" pitchFamily="50" charset="-127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돋움" pitchFamily="50" charset="-127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돋움" pitchFamily="50" charset="-127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돋움" pitchFamily="50" charset="-127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돋움" pitchFamily="50" charset="-127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2"/>
          <p:cNvSpPr>
            <a:spLocks noChangeArrowheads="1"/>
          </p:cNvSpPr>
          <p:nvPr/>
        </p:nvSpPr>
        <p:spPr bwMode="auto">
          <a:xfrm>
            <a:off x="0" y="0"/>
            <a:ext cx="9906000" cy="6858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1400" b="1">
                <a:solidFill>
                  <a:schemeClr val="tx1"/>
                </a:solidFill>
                <a:latin typeface="Arial Narrow" panose="020B0606020202030204" pitchFamily="34" charset="0"/>
                <a:ea typeface="LG스마트체 Regular" pitchFamily="50" charset="-127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 Narrow" panose="020B0606020202030204" pitchFamily="34" charset="0"/>
                <a:ea typeface="LG스마트체 Regular" pitchFamily="50" charset="-127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 Narrow" panose="020B0606020202030204" pitchFamily="34" charset="0"/>
                <a:ea typeface="LG스마트체 Regular" pitchFamily="50" charset="-127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 Narrow" panose="020B0606020202030204" pitchFamily="34" charset="0"/>
                <a:ea typeface="LG스마트체 Regular" pitchFamily="50" charset="-127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 Narrow" panose="020B0606020202030204" pitchFamily="34" charset="0"/>
                <a:ea typeface="LG스마트체 Regular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 Narrow" panose="020B0606020202030204" pitchFamily="34" charset="0"/>
                <a:ea typeface="LG스마트체 Regular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 Narrow" panose="020B0606020202030204" pitchFamily="34" charset="0"/>
                <a:ea typeface="LG스마트체 Regular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 Narrow" panose="020B0606020202030204" pitchFamily="34" charset="0"/>
                <a:ea typeface="LG스마트체 Regular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 Narrow" panose="020B0606020202030204" pitchFamily="34" charset="0"/>
                <a:ea typeface="LG스마트체 Regular" pitchFamily="50" charset="-127"/>
              </a:defRPr>
            </a:lvl9pPr>
          </a:lstStyle>
          <a:p>
            <a:pPr eaLnBrk="1" latinLnBrk="1" hangingPunct="1"/>
            <a:endParaRPr lang="ko-KR" altLang="en-US" sz="1800">
              <a:latin typeface="Times New Roman" panose="02020603050405020304" pitchFamily="18" charset="0"/>
              <a:ea typeface="가는둥근제목체"/>
              <a:cs typeface="가는둥근제목체"/>
            </a:endParaRPr>
          </a:p>
        </p:txBody>
      </p:sp>
      <p:sp>
        <p:nvSpPr>
          <p:cNvPr id="4099" name="Text Box 2"/>
          <p:cNvSpPr txBox="1">
            <a:spLocks noChangeArrowheads="1"/>
          </p:cNvSpPr>
          <p:nvPr/>
        </p:nvSpPr>
        <p:spPr bwMode="auto">
          <a:xfrm>
            <a:off x="631825" y="692150"/>
            <a:ext cx="9001125" cy="1079500"/>
          </a:xfrm>
          <a:prstGeom prst="rect">
            <a:avLst/>
          </a:prstGeom>
          <a:solidFill>
            <a:srgbClr val="BFBFBF"/>
          </a:solidFill>
          <a:ln>
            <a:noFill/>
          </a:ln>
          <a:effectLst>
            <a:outerShdw dist="107763" dir="2700000" algn="ctr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>
            <a:lvl1pPr>
              <a:defRPr sz="1400" b="1">
                <a:solidFill>
                  <a:schemeClr val="tx1"/>
                </a:solidFill>
                <a:latin typeface="Arial Narrow" panose="020B0606020202030204" pitchFamily="34" charset="0"/>
                <a:ea typeface="LG스마트체 Regular" pitchFamily="50" charset="-127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 Narrow" panose="020B0606020202030204" pitchFamily="34" charset="0"/>
                <a:ea typeface="LG스마트체 Regular" pitchFamily="50" charset="-127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 Narrow" panose="020B0606020202030204" pitchFamily="34" charset="0"/>
                <a:ea typeface="LG스마트체 Regular" pitchFamily="50" charset="-127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 Narrow" panose="020B0606020202030204" pitchFamily="34" charset="0"/>
                <a:ea typeface="LG스마트체 Regular" pitchFamily="50" charset="-127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 Narrow" panose="020B0606020202030204" pitchFamily="34" charset="0"/>
                <a:ea typeface="LG스마트체 Regular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 Narrow" panose="020B0606020202030204" pitchFamily="34" charset="0"/>
                <a:ea typeface="LG스마트체 Regular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 Narrow" panose="020B0606020202030204" pitchFamily="34" charset="0"/>
                <a:ea typeface="LG스마트체 Regular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 Narrow" panose="020B0606020202030204" pitchFamily="34" charset="0"/>
                <a:ea typeface="LG스마트체 Regular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 Narrow" panose="020B0606020202030204" pitchFamily="34" charset="0"/>
                <a:ea typeface="LG스마트체 Regular" pitchFamily="50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zh-CN" sz="2400" b="0">
                <a:latin typeface="Microsoft YaHei" panose="020B0503020204020204" pitchFamily="34" charset="-122"/>
                <a:ea typeface="Microsoft YaHei" panose="020B0503020204020204" pitchFamily="34" charset="-122"/>
              </a:rPr>
              <a:t>Improvement report</a:t>
            </a:r>
          </a:p>
        </p:txBody>
      </p:sp>
      <p:sp>
        <p:nvSpPr>
          <p:cNvPr id="4100" name="Text Box 3"/>
          <p:cNvSpPr txBox="1">
            <a:spLocks noChangeArrowheads="1"/>
          </p:cNvSpPr>
          <p:nvPr/>
        </p:nvSpPr>
        <p:spPr bwMode="auto">
          <a:xfrm>
            <a:off x="-30163" y="6400800"/>
            <a:ext cx="9906001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 Narrow" panose="020B0606020202030204" pitchFamily="34" charset="0"/>
                <a:ea typeface="LG스마트체 Regular" pitchFamily="50" charset="-127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 Narrow" panose="020B0606020202030204" pitchFamily="34" charset="0"/>
                <a:ea typeface="LG스마트체 Regular" pitchFamily="50" charset="-127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 Narrow" panose="020B0606020202030204" pitchFamily="34" charset="0"/>
                <a:ea typeface="LG스마트체 Regular" pitchFamily="50" charset="-127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 Narrow" panose="020B0606020202030204" pitchFamily="34" charset="0"/>
                <a:ea typeface="LG스마트체 Regular" pitchFamily="50" charset="-127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 Narrow" panose="020B0606020202030204" pitchFamily="34" charset="0"/>
                <a:ea typeface="LG스마트체 Regular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 Narrow" panose="020B0606020202030204" pitchFamily="34" charset="0"/>
                <a:ea typeface="LG스마트체 Regular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 Narrow" panose="020B0606020202030204" pitchFamily="34" charset="0"/>
                <a:ea typeface="LG스마트체 Regular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 Narrow" panose="020B0606020202030204" pitchFamily="34" charset="0"/>
                <a:ea typeface="LG스마트체 Regular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 Narrow" panose="020B0606020202030204" pitchFamily="34" charset="0"/>
                <a:ea typeface="LG스마트체 Regular" pitchFamily="50" charset="-127"/>
              </a:defRPr>
            </a:lvl9pPr>
          </a:lstStyle>
          <a:p>
            <a:pPr algn="ctr" eaLnBrk="1" latinLnBrk="1" hangingPunct="1">
              <a:spcBef>
                <a:spcPct val="50000"/>
              </a:spcBef>
            </a:pPr>
            <a:r>
              <a:rPr lang="en-US" altLang="ko-KR" sz="2400">
                <a:latin typeface="LG스마트체 Regular" pitchFamily="50" charset="-127"/>
              </a:rPr>
              <a:t>M&amp;C Electronics vina </a:t>
            </a:r>
            <a:endParaRPr lang="ko-KR" altLang="en-US" sz="2400">
              <a:latin typeface="LG스마트체 Regular" pitchFamily="50" charset="-127"/>
            </a:endParaRPr>
          </a:p>
        </p:txBody>
      </p:sp>
      <p:graphicFrame>
        <p:nvGraphicFramePr>
          <p:cNvPr id="6" name="표 2"/>
          <p:cNvGraphicFramePr>
            <a:graphicFrameLocks noGrp="1"/>
          </p:cNvGraphicFramePr>
          <p:nvPr/>
        </p:nvGraphicFramePr>
        <p:xfrm>
          <a:off x="1712913" y="2274888"/>
          <a:ext cx="6480174" cy="1498600"/>
        </p:xfrm>
        <a:graphic>
          <a:graphicData uri="http://schemas.openxmlformats.org/drawingml/2006/table">
            <a:tbl>
              <a:tblPr/>
              <a:tblGrid>
                <a:gridCol w="804689">
                  <a:extLst>
                    <a:ext uri="{9D8B030D-6E8A-4147-A177-3AD203B41FA5}">
                      <a16:colId xmlns:a16="http://schemas.microsoft.com/office/drawing/2014/main" val="1982283315"/>
                    </a:ext>
                  </a:extLst>
                </a:gridCol>
                <a:gridCol w="1890358">
                  <a:extLst>
                    <a:ext uri="{9D8B030D-6E8A-4147-A177-3AD203B41FA5}">
                      <a16:colId xmlns:a16="http://schemas.microsoft.com/office/drawing/2014/main" val="29342443"/>
                    </a:ext>
                  </a:extLst>
                </a:gridCol>
                <a:gridCol w="1894770">
                  <a:extLst>
                    <a:ext uri="{9D8B030D-6E8A-4147-A177-3AD203B41FA5}">
                      <a16:colId xmlns:a16="http://schemas.microsoft.com/office/drawing/2014/main" val="2359332535"/>
                    </a:ext>
                  </a:extLst>
                </a:gridCol>
                <a:gridCol w="1890357">
                  <a:extLst>
                    <a:ext uri="{9D8B030D-6E8A-4147-A177-3AD203B41FA5}">
                      <a16:colId xmlns:a16="http://schemas.microsoft.com/office/drawing/2014/main" val="1811421364"/>
                    </a:ext>
                  </a:extLst>
                </a:gridCol>
              </a:tblGrid>
              <a:tr h="457269">
                <a:tc rowSpan="3"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itchFamily="50" charset="-127"/>
                        </a:rPr>
                        <a:t>Phê duyệt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itchFamily="50" charset="-127"/>
                        </a:rPr>
                        <a:t>승인</a:t>
                      </a:r>
                      <a:endParaRPr kumimoji="0" lang="en-US" altLang="ko-KR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굴림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itchFamily="50" charset="-127"/>
                        </a:rPr>
                        <a:t>(phụ trách)</a:t>
                      </a:r>
                    </a:p>
                  </a:txBody>
                  <a:tcPr marL="91426" marR="91426" marT="45748" marB="4574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itchFamily="50" charset="-127"/>
                        </a:rPr>
                        <a:t>Người lập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itchFamily="50" charset="-127"/>
                        </a:rPr>
                        <a:t>작성</a:t>
                      </a:r>
                      <a:endParaRPr kumimoji="0" lang="en-US" altLang="ko-KR" sz="1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굴림" pitchFamily="50" charset="-127"/>
                      </a:endParaRPr>
                    </a:p>
                  </a:txBody>
                  <a:tcPr marL="91426" marR="91426" marT="45748" marB="4574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itchFamily="50" charset="-127"/>
                        </a:rPr>
                        <a:t>Kiểm tra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itchFamily="50" charset="-127"/>
                        </a:rPr>
                        <a:t>검토</a:t>
                      </a:r>
                    </a:p>
                  </a:txBody>
                  <a:tcPr marL="91426" marR="91426" marT="45748" marB="4574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itchFamily="50" charset="-127"/>
                        </a:rPr>
                        <a:t>Phê duyệt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itchFamily="50" charset="-127"/>
                        </a:rPr>
                        <a:t>승인</a:t>
                      </a:r>
                    </a:p>
                  </a:txBody>
                  <a:tcPr marL="91426" marR="91426" marT="45748" marB="4574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2451383"/>
                  </a:ext>
                </a:extLst>
              </a:tr>
              <a:tr h="76694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굴림" pitchFamily="50" charset="-127"/>
                      </a:endParaRPr>
                    </a:p>
                  </a:txBody>
                  <a:tcPr marL="91426" marR="91426" marT="45748" marB="4574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itchFamily="50" charset="-127"/>
                        </a:rPr>
                        <a:t>-</a:t>
                      </a:r>
                    </a:p>
                  </a:txBody>
                  <a:tcPr marL="91426" marR="91426" marT="45748" marB="4574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굴림" pitchFamily="50" charset="-127"/>
                      </a:endParaRPr>
                    </a:p>
                  </a:txBody>
                  <a:tcPr marL="91426" marR="91426" marT="45748" marB="4574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0986062"/>
                  </a:ext>
                </a:extLst>
              </a:tr>
              <a:tr h="27438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굴림" pitchFamily="50" charset="-127"/>
                      </a:endParaRPr>
                    </a:p>
                  </a:txBody>
                  <a:tcPr marL="91426" marR="91426" marT="45748" marB="4574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굴림" pitchFamily="50" charset="-127"/>
                      </a:endParaRPr>
                    </a:p>
                  </a:txBody>
                  <a:tcPr marL="91426" marR="91426" marT="45748" marB="4574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91426" marR="91426" marT="45748" marB="45748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0893813"/>
                  </a:ext>
                </a:extLst>
              </a:tr>
            </a:tbl>
          </a:graphicData>
        </a:graphic>
      </p:graphicFrame>
      <p:sp>
        <p:nvSpPr>
          <p:cNvPr id="4121" name="Text Box 3"/>
          <p:cNvSpPr txBox="1">
            <a:spLocks noChangeArrowheads="1"/>
          </p:cNvSpPr>
          <p:nvPr/>
        </p:nvSpPr>
        <p:spPr bwMode="auto">
          <a:xfrm>
            <a:off x="1497013" y="1916113"/>
            <a:ext cx="699293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 Narrow" panose="020B0606020202030204" pitchFamily="34" charset="0"/>
                <a:ea typeface="LG스마트체 Regular" pitchFamily="50" charset="-127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 Narrow" panose="020B0606020202030204" pitchFamily="34" charset="0"/>
                <a:ea typeface="LG스마트체 Regular" pitchFamily="50" charset="-127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 Narrow" panose="020B0606020202030204" pitchFamily="34" charset="0"/>
                <a:ea typeface="LG스마트체 Regular" pitchFamily="50" charset="-127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 Narrow" panose="020B0606020202030204" pitchFamily="34" charset="0"/>
                <a:ea typeface="LG스마트체 Regular" pitchFamily="50" charset="-127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 Narrow" panose="020B0606020202030204" pitchFamily="34" charset="0"/>
                <a:ea typeface="LG스마트체 Regular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 Narrow" panose="020B0606020202030204" pitchFamily="34" charset="0"/>
                <a:ea typeface="LG스마트체 Regular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 Narrow" panose="020B0606020202030204" pitchFamily="34" charset="0"/>
                <a:ea typeface="LG스마트체 Regular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 Narrow" panose="020B0606020202030204" pitchFamily="34" charset="0"/>
                <a:ea typeface="LG스마트체 Regular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 Narrow" panose="020B0606020202030204" pitchFamily="34" charset="0"/>
                <a:ea typeface="LG스마트체 Regular" pitchFamily="50" charset="-127"/>
              </a:defRPr>
            </a:lvl9pPr>
          </a:lstStyle>
          <a:p>
            <a:pPr eaLnBrk="1" latinLnBrk="1" hangingPunct="1">
              <a:spcBef>
                <a:spcPct val="50000"/>
              </a:spcBef>
            </a:pPr>
            <a:r>
              <a:rPr lang="en-US" altLang="ko-KR">
                <a:latin typeface="LG스마트체 Regular" pitchFamily="50" charset="-127"/>
              </a:rPr>
              <a:t>1. Áp dụng đối sách</a:t>
            </a:r>
            <a:endParaRPr lang="ko-KR" altLang="en-US">
              <a:latin typeface="LG스마트체 Regular" pitchFamily="50" charset="-127"/>
            </a:endParaRPr>
          </a:p>
        </p:txBody>
      </p:sp>
      <p:graphicFrame>
        <p:nvGraphicFramePr>
          <p:cNvPr id="8" name="표 2"/>
          <p:cNvGraphicFramePr>
            <a:graphicFrameLocks noGrp="1"/>
          </p:cNvGraphicFramePr>
          <p:nvPr/>
        </p:nvGraphicFramePr>
        <p:xfrm>
          <a:off x="1712913" y="4235450"/>
          <a:ext cx="6480174" cy="1497573"/>
        </p:xfrm>
        <a:graphic>
          <a:graphicData uri="http://schemas.openxmlformats.org/drawingml/2006/table">
            <a:tbl>
              <a:tblPr/>
              <a:tblGrid>
                <a:gridCol w="804689">
                  <a:extLst>
                    <a:ext uri="{9D8B030D-6E8A-4147-A177-3AD203B41FA5}">
                      <a16:colId xmlns:a16="http://schemas.microsoft.com/office/drawing/2014/main" val="1982283315"/>
                    </a:ext>
                  </a:extLst>
                </a:gridCol>
                <a:gridCol w="1890358">
                  <a:extLst>
                    <a:ext uri="{9D8B030D-6E8A-4147-A177-3AD203B41FA5}">
                      <a16:colId xmlns:a16="http://schemas.microsoft.com/office/drawing/2014/main" val="29342443"/>
                    </a:ext>
                  </a:extLst>
                </a:gridCol>
                <a:gridCol w="1894770">
                  <a:extLst>
                    <a:ext uri="{9D8B030D-6E8A-4147-A177-3AD203B41FA5}">
                      <a16:colId xmlns:a16="http://schemas.microsoft.com/office/drawing/2014/main" val="2359332535"/>
                    </a:ext>
                  </a:extLst>
                </a:gridCol>
                <a:gridCol w="1890357">
                  <a:extLst>
                    <a:ext uri="{9D8B030D-6E8A-4147-A177-3AD203B41FA5}">
                      <a16:colId xmlns:a16="http://schemas.microsoft.com/office/drawing/2014/main" val="1811421364"/>
                    </a:ext>
                  </a:extLst>
                </a:gridCol>
              </a:tblGrid>
              <a:tr h="456785">
                <a:tc rowSpan="3"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itchFamily="50" charset="-127"/>
                        </a:rPr>
                        <a:t>Phê duyệt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itchFamily="50" charset="-127"/>
                        </a:rPr>
                        <a:t>승인</a:t>
                      </a:r>
                      <a:endParaRPr kumimoji="0" lang="en-US" altLang="ko-KR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굴림" pitchFamily="50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itchFamily="50" charset="-127"/>
                        </a:rPr>
                        <a:t>(QC)</a:t>
                      </a:r>
                    </a:p>
                  </a:txBody>
                  <a:tcPr marL="91426" marR="91426" marT="45699" marB="4569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itchFamily="50" charset="-127"/>
                        </a:rPr>
                        <a:t>Người lập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itchFamily="50" charset="-127"/>
                        </a:rPr>
                        <a:t>작성</a:t>
                      </a:r>
                      <a:endParaRPr kumimoji="0" lang="en-US" altLang="ko-KR" sz="1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굴림" pitchFamily="50" charset="-127"/>
                      </a:endParaRPr>
                    </a:p>
                  </a:txBody>
                  <a:tcPr marL="91426" marR="91426" marT="45699" marB="4569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itchFamily="50" charset="-127"/>
                        </a:rPr>
                        <a:t>Kiểm tra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itchFamily="50" charset="-127"/>
                        </a:rPr>
                        <a:t>검토</a:t>
                      </a:r>
                    </a:p>
                  </a:txBody>
                  <a:tcPr marL="91426" marR="91426" marT="45699" marB="4569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itchFamily="50" charset="-127"/>
                        </a:rPr>
                        <a:t>Phê duyệt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itchFamily="50" charset="-127"/>
                        </a:rPr>
                        <a:t>승인</a:t>
                      </a:r>
                    </a:p>
                  </a:txBody>
                  <a:tcPr marL="91426" marR="91426" marT="45699" marB="4569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2451383"/>
                  </a:ext>
                </a:extLst>
              </a:tr>
              <a:tr h="76613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굴림" pitchFamily="50" charset="-127"/>
                      </a:endParaRPr>
                    </a:p>
                  </a:txBody>
                  <a:tcPr marL="91426" marR="91426" marT="45699" marB="4569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굴림" pitchFamily="50" charset="-127"/>
                        </a:rPr>
                        <a:t>-</a:t>
                      </a:r>
                    </a:p>
                  </a:txBody>
                  <a:tcPr marL="91426" marR="91426" marT="45699" marB="4569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굴림" pitchFamily="50" charset="-127"/>
                      </a:endParaRPr>
                    </a:p>
                  </a:txBody>
                  <a:tcPr marL="91426" marR="91426" marT="45699" marB="4569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0986062"/>
                  </a:ext>
                </a:extLst>
              </a:tr>
              <a:tr h="27409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굴림" pitchFamily="50" charset="-127"/>
                      </a:endParaRPr>
                    </a:p>
                  </a:txBody>
                  <a:tcPr marL="91426" marR="91426" marT="45699" marB="4569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굴림" pitchFamily="50" charset="-127"/>
                      </a:endParaRPr>
                    </a:p>
                  </a:txBody>
                  <a:tcPr marL="91426" marR="91426" marT="45699" marB="4569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latinLnBrk="1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LG스마트체 Regular" pitchFamily="50" charset="-127"/>
                        </a:defRPr>
                      </a:lvl1pPr>
                      <a:lvl2pPr marL="742950" indent="-285750" latinLnBrk="1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2pPr>
                      <a:lvl3pPr marL="1143000" indent="-228600" latinLnBrk="1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3pPr>
                      <a:lvl4pPr marL="1600200" indent="-228600" latinLnBrk="1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4pPr>
                      <a:lvl5pPr marL="2057400" indent="-228600" latinLnBrk="1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5pPr>
                      <a:lvl6pPr marL="25146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6pPr>
                      <a:lvl7pPr marL="29718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7pPr>
                      <a:lvl8pPr marL="34290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8pPr>
                      <a:lvl9pPr marL="3886200" indent="-22860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돋움" pitchFamily="50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91426" marR="91426" marT="45699" marB="4569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0893813"/>
                  </a:ext>
                </a:extLst>
              </a:tr>
            </a:tbl>
          </a:graphicData>
        </a:graphic>
      </p:graphicFrame>
      <p:sp>
        <p:nvSpPr>
          <p:cNvPr id="4142" name="Text Box 3"/>
          <p:cNvSpPr txBox="1">
            <a:spLocks noChangeArrowheads="1"/>
          </p:cNvSpPr>
          <p:nvPr/>
        </p:nvSpPr>
        <p:spPr bwMode="auto">
          <a:xfrm>
            <a:off x="1497013" y="3878263"/>
            <a:ext cx="6992937" cy="306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 Narrow" panose="020B0606020202030204" pitchFamily="34" charset="0"/>
                <a:ea typeface="LG스마트체 Regular" pitchFamily="50" charset="-127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 Narrow" panose="020B0606020202030204" pitchFamily="34" charset="0"/>
                <a:ea typeface="LG스마트체 Regular" pitchFamily="50" charset="-127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 Narrow" panose="020B0606020202030204" pitchFamily="34" charset="0"/>
                <a:ea typeface="LG스마트체 Regular" pitchFamily="50" charset="-127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 Narrow" panose="020B0606020202030204" pitchFamily="34" charset="0"/>
                <a:ea typeface="LG스마트체 Regular" pitchFamily="50" charset="-127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 Narrow" panose="020B0606020202030204" pitchFamily="34" charset="0"/>
                <a:ea typeface="LG스마트체 Regular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 Narrow" panose="020B0606020202030204" pitchFamily="34" charset="0"/>
                <a:ea typeface="LG스마트체 Regular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 Narrow" panose="020B0606020202030204" pitchFamily="34" charset="0"/>
                <a:ea typeface="LG스마트체 Regular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 Narrow" panose="020B0606020202030204" pitchFamily="34" charset="0"/>
                <a:ea typeface="LG스마트체 Regular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 Narrow" panose="020B0606020202030204" pitchFamily="34" charset="0"/>
                <a:ea typeface="LG스마트체 Regular" pitchFamily="50" charset="-127"/>
              </a:defRPr>
            </a:lvl9pPr>
          </a:lstStyle>
          <a:p>
            <a:pPr eaLnBrk="1" latinLnBrk="1" hangingPunct="1">
              <a:spcBef>
                <a:spcPct val="50000"/>
              </a:spcBef>
            </a:pPr>
            <a:r>
              <a:rPr lang="en-US" altLang="ko-KR">
                <a:latin typeface="LG스마트체 Regular" pitchFamily="50" charset="-127"/>
              </a:rPr>
              <a:t>2. Xác nhận hiệu quả</a:t>
            </a:r>
            <a:endParaRPr lang="ko-KR" altLang="en-US">
              <a:latin typeface="LG스마트체 Regular" pitchFamily="50" charset="-127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144713" y="5876925"/>
            <a:ext cx="5616575" cy="288925"/>
          </a:xfrm>
          <a:prstGeom prst="rect">
            <a:avLst/>
          </a:prstGeom>
          <a:noFill/>
        </p:spPr>
        <p:txBody>
          <a:bodyPr lIns="36000" tIns="36000" rIns="36000" bIns="36000" anchor="ctr"/>
          <a:lstStyle/>
          <a:p>
            <a:pPr algn="ctr">
              <a:defRPr/>
            </a:pPr>
            <a:r>
              <a:rPr lang="en-US" sz="1100" b="0" i="1">
                <a:latin typeface="+mn-lt"/>
                <a:ea typeface="Dotum" panose="020B0600000101010101" pitchFamily="34" charset="-127"/>
              </a:rPr>
              <a:t>* Manager trở lên có thẩm quyền phê duyệt đôi sách cải tiến</a:t>
            </a:r>
            <a:endParaRPr lang="en-US" sz="1100" b="0" i="1" dirty="0">
              <a:latin typeface="+mn-lt"/>
              <a:ea typeface="Dotum" panose="020B0600000101010101" pitchFamily="34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040563" y="144463"/>
            <a:ext cx="2763837" cy="331787"/>
          </a:xfrm>
          <a:prstGeom prst="rect">
            <a:avLst/>
          </a:prstGeom>
          <a:noFill/>
        </p:spPr>
        <p:txBody>
          <a:bodyPr lIns="36000" tIns="36000" rIns="36000" bIns="36000" anchor="ctr"/>
          <a:lstStyle/>
          <a:p>
            <a:pPr algn="r">
              <a:defRPr/>
            </a:pPr>
            <a:r>
              <a:rPr lang="en-US" sz="1100" b="0" smtClean="0">
                <a:latin typeface="+mn-lt"/>
                <a:ea typeface="Dotum" panose="020B0600000101010101" pitchFamily="34" charset="-127"/>
              </a:rPr>
              <a:t>ISO.04.00.18</a:t>
            </a:r>
            <a:endParaRPr lang="en-US" sz="1100" b="0">
              <a:latin typeface="+mn-lt"/>
              <a:ea typeface="Dotum" panose="020B0600000101010101" pitchFamily="34" charset="-127"/>
            </a:endParaRPr>
          </a:p>
          <a:p>
            <a:pPr algn="r">
              <a:defRPr/>
            </a:pPr>
            <a:r>
              <a:rPr lang="en-US" sz="1100" b="0">
                <a:latin typeface="+mn-lt"/>
                <a:ea typeface="Dotum" panose="020B0600000101010101" pitchFamily="34" charset="-127"/>
              </a:rPr>
              <a:t>Ban hành ngày 03.07.2022</a:t>
            </a:r>
            <a:endParaRPr lang="en-US" sz="1100" b="0" dirty="0">
              <a:latin typeface="+mn-lt"/>
              <a:ea typeface="Dotum" panose="020B0600000101010101" pitchFamily="34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98" name="表格 4097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90488" y="188913"/>
          <a:ext cx="9791700" cy="6553200"/>
        </p:xfrm>
        <a:graphic>
          <a:graphicData uri="http://schemas.openxmlformats.org/drawingml/2006/table">
            <a:tbl>
              <a:tblPr/>
              <a:tblGrid>
                <a:gridCol w="939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8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6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922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62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779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2868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634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50752">
                  <a:extLst>
                    <a:ext uri="{9D8B030D-6E8A-4147-A177-3AD203B41FA5}">
                      <a16:colId xmlns:a16="http://schemas.microsoft.com/office/drawing/2014/main" val="768574767"/>
                    </a:ext>
                  </a:extLst>
                </a:gridCol>
                <a:gridCol w="46672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8737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87498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itchFamily="34" charset="-122"/>
                          <a:ea typeface="Microsoft YaHei" pitchFamily="34" charset="-122"/>
                        </a:rPr>
                        <a:t>Model/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itchFamily="34" charset="-122"/>
                          <a:ea typeface="Microsoft YaHei" pitchFamily="34" charset="-122"/>
                        </a:rPr>
                        <a:t>Sản phẩm</a:t>
                      </a:r>
                      <a:endParaRPr kumimoji="0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itchFamily="34" charset="-122"/>
                        <a:ea typeface="굴림" pitchFamily="50" charset="-127"/>
                      </a:endParaRPr>
                    </a:p>
                  </a:txBody>
                  <a:tcPr marL="35999" marR="35999" marT="34191" marB="3419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itchFamily="34" charset="-122"/>
                        <a:ea typeface="굴림" pitchFamily="50" charset="-127"/>
                      </a:endParaRPr>
                    </a:p>
                  </a:txBody>
                  <a:tcPr marL="35999" marR="35999" marT="34191" marB="34191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itchFamily="34" charset="-122"/>
                          <a:ea typeface="Microsoft YaHei" pitchFamily="34" charset="-122"/>
                        </a:rPr>
                        <a:t>Ngày phát sinh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itchFamily="34" charset="-122"/>
                          <a:ea typeface="Microsoft YaHei" pitchFamily="34" charset="-122"/>
                        </a:rPr>
                        <a:t>Ngày sx</a:t>
                      </a:r>
                    </a:p>
                  </a:txBody>
                  <a:tcPr marL="35999" marR="35999" marT="34191" marB="34191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itchFamily="34" charset="-122"/>
                        <a:ea typeface="Microsoft YaHei" pitchFamily="34" charset="-122"/>
                      </a:endParaRPr>
                    </a:p>
                  </a:txBody>
                  <a:tcPr marL="35999" marR="35999" marT="34191" marB="34191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itchFamily="34" charset="-122"/>
                          <a:ea typeface="Microsoft YaHei" pitchFamily="34" charset="-122"/>
                        </a:rPr>
                        <a:t>LOT No.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itchFamily="34" charset="-122"/>
                          <a:ea typeface="Microsoft YaHei" pitchFamily="34" charset="-122"/>
                        </a:rPr>
                        <a:t>(Lot Size)</a:t>
                      </a:r>
                    </a:p>
                  </a:txBody>
                  <a:tcPr marL="35999" marR="35999" marT="34191" marB="34191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itchFamily="34" charset="-122"/>
                        <a:ea typeface="LG스마트체 Regular" pitchFamily="50" charset="-127"/>
                      </a:endParaRPr>
                    </a:p>
                  </a:txBody>
                  <a:tcPr marL="35999" marR="35999" marT="34191" marB="34191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itchFamily="34" charset="-122"/>
                          <a:ea typeface="Microsoft YaHei" pitchFamily="34" charset="-122"/>
                        </a:rPr>
                        <a:t>Nơi phát hiện</a:t>
                      </a:r>
                      <a:endParaRPr kumimoji="0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itchFamily="34" charset="-122"/>
                        <a:ea typeface="Microsoft YaHei" pitchFamily="34" charset="-122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itchFamily="34" charset="-122"/>
                          <a:ea typeface="Microsoft YaHei" pitchFamily="34" charset="-122"/>
                        </a:rPr>
                        <a:t>/</a:t>
                      </a:r>
                      <a:r>
                        <a:rPr kumimoji="0" lang="en-US" altLang="zh-CN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itchFamily="34" charset="-122"/>
                          <a:ea typeface="Microsoft YaHei" pitchFamily="34" charset="-122"/>
                        </a:rPr>
                        <a:t>số lượng</a:t>
                      </a:r>
                      <a:endParaRPr kumimoji="0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itchFamily="34" charset="-122"/>
                        <a:ea typeface="굴림" pitchFamily="50" charset="-127"/>
                      </a:endParaRPr>
                    </a:p>
                  </a:txBody>
                  <a:tcPr marL="35999" marR="35999" marT="34184" marB="34184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itchFamily="34" charset="-122"/>
                        <a:ea typeface="Microsoft YaHei" pitchFamily="34" charset="-122"/>
                      </a:endParaRPr>
                    </a:p>
                  </a:txBody>
                  <a:tcPr marL="35999" marR="35999" marT="34184" marB="34184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itchFamily="34" charset="-122"/>
                          <a:ea typeface="Microsoft YaHei" pitchFamily="34" charset="-122"/>
                        </a:rPr>
                        <a:t>Lần 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itchFamily="34" charset="-122"/>
                          <a:ea typeface="Microsoft YaHei" pitchFamily="34" charset="-122"/>
                        </a:rPr>
                        <a:t>phát 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itchFamily="34" charset="-122"/>
                          <a:ea typeface="Microsoft YaHei" pitchFamily="34" charset="-122"/>
                        </a:rPr>
                        <a:t>sinh 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itchFamily="34" charset="-122"/>
                          <a:ea typeface="Microsoft YaHei" pitchFamily="34" charset="-122"/>
                        </a:rPr>
                        <a:t>lại</a:t>
                      </a:r>
                      <a:endParaRPr kumimoji="0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itchFamily="34" charset="-122"/>
                        <a:ea typeface="LG스마트체 Regular" pitchFamily="50" charset="-127"/>
                      </a:endParaRPr>
                    </a:p>
                  </a:txBody>
                  <a:tcPr marL="35999" marR="35999" marT="34184" marB="34184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itchFamily="34" charset="-122"/>
                        <a:ea typeface="Microsoft YaHei" pitchFamily="34" charset="-122"/>
                      </a:endParaRPr>
                    </a:p>
                  </a:txBody>
                  <a:tcPr marL="35999" marR="35999" marT="34184" marB="34184" anchor="ctr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96471"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200" b="1" kern="1200" smtClean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LG스마트체 Regular" pitchFamily="50" charset="-127"/>
                          <a:cs typeface="+mn-cs"/>
                        </a:rPr>
                        <a:t>▣ </a:t>
                      </a:r>
                      <a:r>
                        <a:rPr lang="en-US" altLang="ko-KR" sz="1200" b="1" kern="1200" smtClean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LG스마트체 Regular" pitchFamily="50" charset="-127"/>
                          <a:cs typeface="+mn-cs"/>
                        </a:rPr>
                        <a:t>N</a:t>
                      </a:r>
                      <a:r>
                        <a:rPr lang="en-US" altLang="zh-CN" sz="1200" b="1" kern="1200" smtClean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LG스마트체 Regular" pitchFamily="50" charset="-127"/>
                          <a:cs typeface="+mn-cs"/>
                        </a:rPr>
                        <a:t>guyên </a:t>
                      </a:r>
                      <a:r>
                        <a:rPr lang="en-US" altLang="zh-CN" sz="1200" b="1" kern="1200" dirty="0" smtClean="0">
                          <a:solidFill>
                            <a:srgbClr val="000000"/>
                          </a:solidFill>
                          <a:latin typeface="Microsoft YaHei" panose="020B0503020204020204" pitchFamily="34" charset="-122"/>
                          <a:ea typeface="LG스마트체 Regular" pitchFamily="50" charset="-127"/>
                          <a:cs typeface="+mn-cs"/>
                        </a:rPr>
                        <a:t>nhân phát sinh:</a:t>
                      </a:r>
                      <a:r>
                        <a:rPr kumimoji="0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itchFamily="34" charset="-122"/>
                          <a:ea typeface="Microsoft YaHei" pitchFamily="34" charset="-122"/>
                        </a:rPr>
                        <a:t/>
                      </a:r>
                      <a:br>
                        <a:rPr kumimoji="0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itchFamily="34" charset="-122"/>
                          <a:ea typeface="Microsoft YaHei" pitchFamily="34" charset="-122"/>
                        </a:rPr>
                      </a:br>
                      <a:r>
                        <a:rPr kumimoji="0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itchFamily="34" charset="-122"/>
                          <a:ea typeface="Microsoft YaHei" pitchFamily="34" charset="-122"/>
                        </a:rPr>
                        <a:t/>
                      </a:r>
                      <a:br>
                        <a:rPr kumimoji="0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itchFamily="34" charset="-122"/>
                          <a:ea typeface="Microsoft YaHei" pitchFamily="34" charset="-122"/>
                        </a:rPr>
                      </a:br>
                      <a:endParaRPr kumimoji="0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itchFamily="34" charset="-122"/>
                        <a:ea typeface="Microsoft YaHei" pitchFamily="34" charset="-122"/>
                      </a:endParaRPr>
                    </a:p>
                  </a:txBody>
                  <a:tcPr marL="35999" marR="35999" marT="34180" marB="341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gridSpan="7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itchFamily="34" charset="-122"/>
                        <a:ea typeface="Microsoft YaHei" pitchFamily="34" charset="-12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itchFamily="34" charset="-122"/>
                        <a:ea typeface="LG스마트체 Regular" pitchFamily="50" charset="-127"/>
                        <a:cs typeface="Arial" pitchFamily="34" charset="0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itchFamily="34" charset="-122"/>
                        <a:ea typeface="Microsoft YaHei" pitchFamily="34" charset="-12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itchFamily="34" charset="-122"/>
                        <a:ea typeface="Microsoft YaHei" pitchFamily="34" charset="-12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itchFamily="34" charset="-122"/>
                        <a:ea typeface="Microsoft YaHei" pitchFamily="34" charset="-12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itchFamily="34" charset="-122"/>
                        <a:ea typeface="Microsoft YaHei" pitchFamily="34" charset="-122"/>
                      </a:endParaRPr>
                    </a:p>
                  </a:txBody>
                  <a:tcPr marL="35999" marR="35999" marT="34184" marB="34184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4530">
                <a:tc rowSpan="2" gridSpan="4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itchFamily="34" charset="-122"/>
                        <a:ea typeface="Microsoft YaHei" pitchFamily="34" charset="-122"/>
                      </a:endParaRPr>
                    </a:p>
                  </a:txBody>
                  <a:tcPr marL="35999" marR="35999" marT="34184" marB="3418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7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07213">
                <a:tc gridSpan="4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Microsoft YaHei" pitchFamily="34" charset="-122"/>
                          <a:ea typeface="굴림" pitchFamily="50" charset="-127"/>
                        </a:rPr>
                        <a:t>Ngày áp dụng</a:t>
                      </a:r>
                      <a:endParaRPr kumimoji="0" lang="ko-KR" altLang="en-US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Microsoft YaHei" pitchFamily="34" charset="-122"/>
                        <a:ea typeface="굴림" pitchFamily="50" charset="-127"/>
                      </a:endParaRPr>
                    </a:p>
                  </a:txBody>
                  <a:tcPr marL="35999" marR="35999" marT="34184" marB="34184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itchFamily="34" charset="-122"/>
                        <a:ea typeface="Microsoft YaHei" pitchFamily="34" charset="-122"/>
                      </a:endParaRPr>
                    </a:p>
                  </a:txBody>
                  <a:tcPr marL="35999" marR="35999" marT="34184" marB="34184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itchFamily="34" charset="-122"/>
                          <a:ea typeface="Microsoft YaHei" pitchFamily="34" charset="-122"/>
                        </a:rPr>
                        <a:t>PIC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itchFamily="34" charset="-122"/>
                          <a:ea typeface="Microsoft YaHei" pitchFamily="34" charset="-122"/>
                        </a:rPr>
                        <a:t>Xác nhận hiệu quả sau 3 Lot</a:t>
                      </a:r>
                      <a:endParaRPr kumimoji="0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itchFamily="34" charset="-122"/>
                        <a:ea typeface="Microsoft YaHei" pitchFamily="34" charset="-122"/>
                      </a:endParaRPr>
                    </a:p>
                  </a:txBody>
                  <a:tcPr marL="35999" marR="35999" marT="34184" marB="34184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itchFamily="34" charset="-122"/>
                        <a:ea typeface="Microsoft YaHei" pitchFamily="34" charset="-122"/>
                      </a:endParaRPr>
                    </a:p>
                  </a:txBody>
                  <a:tcPr marL="35999" marR="35999" marT="34180" marB="34180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endParaRPr lang="en-US" sz="1800"/>
                    </a:p>
                  </a:txBody>
                  <a:tcPr marL="35999" marR="35999" marT="34184" marB="34184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itchFamily="34" charset="-122"/>
                        <a:ea typeface="Microsoft YaHei" pitchFamily="34" charset="-122"/>
                      </a:endParaRPr>
                    </a:p>
                  </a:txBody>
                  <a:tcPr marL="35999" marR="35999" marT="34186" marB="34186" anchor="ctr" anchorCtr="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158" name="TextBox 112"/>
          <p:cNvSpPr txBox="1">
            <a:spLocks noChangeArrowheads="1"/>
          </p:cNvSpPr>
          <p:nvPr/>
        </p:nvSpPr>
        <p:spPr bwMode="auto">
          <a:xfrm>
            <a:off x="4964113" y="981075"/>
            <a:ext cx="17176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 Narrow" panose="020B0606020202030204" pitchFamily="34" charset="0"/>
                <a:ea typeface="LG스마트체 Regular" pitchFamily="50" charset="-127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 Narrow" panose="020B0606020202030204" pitchFamily="34" charset="0"/>
                <a:ea typeface="LG스마트체 Regular" pitchFamily="50" charset="-127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 Narrow" panose="020B0606020202030204" pitchFamily="34" charset="0"/>
                <a:ea typeface="LG스마트체 Regular" pitchFamily="50" charset="-127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 Narrow" panose="020B0606020202030204" pitchFamily="34" charset="0"/>
                <a:ea typeface="LG스마트체 Regular" pitchFamily="50" charset="-127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 Narrow" panose="020B0606020202030204" pitchFamily="34" charset="0"/>
                <a:ea typeface="LG스마트체 Regular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 Narrow" panose="020B0606020202030204" pitchFamily="34" charset="0"/>
                <a:ea typeface="LG스마트체 Regular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 Narrow" panose="020B0606020202030204" pitchFamily="34" charset="0"/>
                <a:ea typeface="LG스마트체 Regular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 Narrow" panose="020B0606020202030204" pitchFamily="34" charset="0"/>
                <a:ea typeface="LG스마트체 Regular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 Narrow" panose="020B0606020202030204" pitchFamily="34" charset="0"/>
                <a:ea typeface="LG스마트체 Regular" pitchFamily="50" charset="-127"/>
              </a:defRPr>
            </a:lvl9pPr>
          </a:lstStyle>
          <a:p>
            <a:pPr eaLnBrk="1" latinLnBrk="1" hangingPunct="1"/>
            <a:r>
              <a:rPr lang="ko-KR" altLang="en-US" sz="1200" b="0">
                <a:solidFill>
                  <a:srgbClr val="000000"/>
                </a:solidFill>
                <a:latin typeface="Microsoft YaHei" panose="020B0503020204020204" pitchFamily="34" charset="-122"/>
              </a:rPr>
              <a:t>▣</a:t>
            </a:r>
            <a:r>
              <a:rPr lang="en-US" altLang="ko-KR" sz="12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Đối sách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038" y="1257300"/>
            <a:ext cx="4752975" cy="1130300"/>
          </a:xfrm>
          <a:prstGeom prst="rect">
            <a:avLst/>
          </a:prstGeom>
          <a:noFill/>
        </p:spPr>
        <p:txBody>
          <a:bodyPr wrap="none" lIns="36000" tIns="36000" rIns="36000" bIns="36000"/>
          <a:lstStyle/>
          <a:p>
            <a:pPr>
              <a:defRPr/>
            </a:pPr>
            <a:endParaRPr lang="en-US" altLang="ko-KR" sz="1000" b="0" dirty="0"/>
          </a:p>
          <a:p>
            <a:pPr>
              <a:defRPr/>
            </a:pPr>
            <a:endParaRPr lang="ko-KR" altLang="en-US" sz="1000" b="0" dirty="0">
              <a:latin typeface="+mn-lt"/>
              <a:ea typeface="Dotum" panose="020B0600000101010101" pitchFamily="34" charset="-127"/>
            </a:endParaRPr>
          </a:p>
        </p:txBody>
      </p:sp>
      <p:sp>
        <p:nvSpPr>
          <p:cNvPr id="5160" name="TextBox 37"/>
          <p:cNvSpPr txBox="1">
            <a:spLocks noChangeArrowheads="1"/>
          </p:cNvSpPr>
          <p:nvPr/>
        </p:nvSpPr>
        <p:spPr bwMode="auto">
          <a:xfrm>
            <a:off x="5006975" y="1257300"/>
            <a:ext cx="4614863" cy="205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/>
          <a:lstStyle>
            <a:lvl1pPr>
              <a:defRPr sz="1400" b="1">
                <a:solidFill>
                  <a:schemeClr val="tx1"/>
                </a:solidFill>
                <a:latin typeface="Arial Narrow" panose="020B0606020202030204" pitchFamily="34" charset="0"/>
                <a:ea typeface="LG스마트체 Regular" pitchFamily="50" charset="-127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 Narrow" panose="020B0606020202030204" pitchFamily="34" charset="0"/>
                <a:ea typeface="LG스마트체 Regular" pitchFamily="50" charset="-127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 Narrow" panose="020B0606020202030204" pitchFamily="34" charset="0"/>
                <a:ea typeface="LG스마트체 Regular" pitchFamily="50" charset="-127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 Narrow" panose="020B0606020202030204" pitchFamily="34" charset="0"/>
                <a:ea typeface="LG스마트체 Regular" pitchFamily="50" charset="-127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 Narrow" panose="020B0606020202030204" pitchFamily="34" charset="0"/>
                <a:ea typeface="LG스마트체 Regular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 Narrow" panose="020B0606020202030204" pitchFamily="34" charset="0"/>
                <a:ea typeface="LG스마트체 Regular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 Narrow" panose="020B0606020202030204" pitchFamily="34" charset="0"/>
                <a:ea typeface="LG스마트체 Regular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 Narrow" panose="020B0606020202030204" pitchFamily="34" charset="0"/>
                <a:ea typeface="LG스마트체 Regular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 Narrow" panose="020B0606020202030204" pitchFamily="34" charset="0"/>
                <a:ea typeface="LG스마트체 Regular" pitchFamily="50" charset="-127"/>
              </a:defRPr>
            </a:lvl9pPr>
          </a:lstStyle>
          <a:p>
            <a:endParaRPr lang="en-US" altLang="ko-KR" sz="1000" b="0"/>
          </a:p>
        </p:txBody>
      </p:sp>
    </p:spTree>
  </p:cSld>
  <p:clrMapOvr>
    <a:masterClrMapping/>
  </p:clrMapOvr>
  <p:transition spd="slow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TOP" val=" 153.875"/>
  <p:tag name="LLEFT" val=" 16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66b0a331-6c6e-4049-90a9-32191a16aa59}"/>
</p:tagLst>
</file>

<file path=ppt/theme/theme1.xml><?xml version="1.0" encoding="utf-8"?>
<a:theme xmlns:a="http://schemas.openxmlformats.org/drawingml/2006/main" name="1_기본 디자인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사용자 지정 1">
      <a:majorFont>
        <a:latin typeface="Arial"/>
        <a:ea typeface="돋움"/>
        <a:cs typeface=""/>
      </a:majorFont>
      <a:minorFont>
        <a:latin typeface="Arial"/>
        <a:ea typeface="돋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rtlCol="0" anchor="ctr" anchorCtr="0" compatLnSpc="1"/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sz="105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+mn-lt"/>
            <a:ea typeface="+mn-ea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ko-KR" altLang="en-US" sz="1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Gulim" panose="020B0600000101010101" pitchFamily="34" charset="-127"/>
            <a:ea typeface="Gulim" panose="020B0600000101010101" pitchFamily="34" charset="-127"/>
          </a:defRPr>
        </a:defPPr>
      </a:lstStyle>
    </a:lnDef>
    <a:txDef>
      <a:spPr>
        <a:noFill/>
      </a:spPr>
      <a:bodyPr wrap="square" lIns="36000" tIns="36000" rIns="36000" bIns="36000" rtlCol="0" anchor="ctr">
        <a:noAutofit/>
      </a:bodyPr>
      <a:lstStyle>
        <a:defPPr algn="l">
          <a:defRPr sz="1400" b="1" dirty="0" smtClean="0">
            <a:latin typeface="+mn-lt"/>
            <a:ea typeface="Dotum" panose="020B0600000101010101" pitchFamily="34" charset="-127"/>
          </a:defRPr>
        </a:defPPr>
      </a:lstStyle>
    </a:txDef>
  </a:objectDefaults>
  <a:extraClrSchemeLst>
    <a:extraClrScheme>
      <a:clrScheme name="1_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2478</TotalTime>
  <Words>115</Words>
  <Application>Microsoft Office PowerPoint</Application>
  <PresentationFormat>A4 Paper (210x297 mm)</PresentationFormat>
  <Paragraphs>49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4" baseType="lpstr">
      <vt:lpstr>Times New Roman</vt:lpstr>
      <vt:lpstr>Dotum</vt:lpstr>
      <vt:lpstr>Arial</vt:lpstr>
      <vt:lpstr>굴림</vt:lpstr>
      <vt:lpstr>Dotum</vt:lpstr>
      <vt:lpstr>Microsoft YaHei</vt:lpstr>
      <vt:lpstr>굴림</vt:lpstr>
      <vt:lpstr>Malgun Gothic</vt:lpstr>
      <vt:lpstr>Arial Narrow</vt:lpstr>
      <vt:lpstr>가는둥근제목체</vt:lpstr>
      <vt:lpstr>LG스마트체 Regular</vt:lpstr>
      <vt:lpstr>1_기본 디자인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CC0028</dc:creator>
  <cp:lastModifiedBy>DPC</cp:lastModifiedBy>
  <cp:revision>268</cp:revision>
  <cp:lastPrinted>2020-10-30T09:53:57Z</cp:lastPrinted>
  <dcterms:created xsi:type="dcterms:W3CDTF">2010-01-12T05:42:54Z</dcterms:created>
  <dcterms:modified xsi:type="dcterms:W3CDTF">2023-10-13T04:01:01Z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2052-11.1.0.9175</vt:lpwstr>
  </property>
</Properties>
</file>