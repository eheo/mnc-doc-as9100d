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3" r:id="rId2"/>
    <p:sldMasterId id="2147483660" r:id="rId3"/>
  </p:sldMasterIdLst>
  <p:notesMasterIdLst>
    <p:notesMasterId r:id="rId7"/>
  </p:notesMasterIdLst>
  <p:handoutMasterIdLst>
    <p:handoutMasterId r:id="rId8"/>
  </p:handoutMasterIdLst>
  <p:sldIdLst>
    <p:sldId id="292" r:id="rId4"/>
    <p:sldId id="288" r:id="rId5"/>
    <p:sldId id="291" r:id="rId6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  <p15:guide id="3" orient="horz" pos="3126">
          <p15:clr>
            <a:srgbClr val="A4A3A4"/>
          </p15:clr>
        </p15:guide>
        <p15:guide id="4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9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-3006" y="-108"/>
      </p:cViewPr>
      <p:guideLst>
        <p:guide orient="horz" pos="3130"/>
        <p:guide pos="2144"/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BE2015-E689-4B2D-B5F2-860248A30FC8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6F5EB2B-6B93-4D9E-B834-9F1EFB5B8989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TRƯỞNG BAN</a:t>
          </a:r>
        </a:p>
      </dgm:t>
    </dgm:pt>
    <dgm:pt modelId="{570088FA-4B9A-4B57-B8CE-FA8D599C05C0}" type="parTrans" cxnId="{A13E5AAA-FAE3-4BD4-A3F6-02F591C59C7A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56118A4-08F1-4D49-B7AE-80D5AF34526A}" type="sibTrans" cxnId="{A13E5AAA-FAE3-4BD4-A3F6-02F591C59C7A}">
      <dgm:prSet/>
      <dgm:spPr/>
      <dgm:t>
        <a:bodyPr/>
        <a:lstStyle/>
        <a:p>
          <a:r>
            <a:rPr lang="en-US" b="1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Tổng</a:t>
          </a:r>
          <a:r>
            <a: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GĐ</a:t>
          </a:r>
        </a:p>
      </dgm:t>
    </dgm:pt>
    <dgm:pt modelId="{3D7DE0D7-2994-4D82-B6C4-972F932CF332}" type="asst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PHÓ BAN</a:t>
          </a:r>
        </a:p>
      </dgm:t>
    </dgm:pt>
    <dgm:pt modelId="{D350E88B-34AF-450C-B464-5047F9370A9F}" type="parTrans" cxnId="{3685B615-2CD5-42B1-BCC2-AA873077D615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4A97981-10AC-4CF8-99B1-3ABCCFA21A61}" type="sibTrans" cxnId="{3685B615-2CD5-42B1-BCC2-AA873077D615}">
      <dgm:prSet/>
      <dgm:spPr/>
      <dgm:t>
        <a:bodyPr/>
        <a:lstStyle/>
        <a:p>
          <a:r>
            <a:rPr lang="en-US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Chất lượng</a:t>
          </a:r>
          <a:endParaRPr lang="en-US" b="1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9CBAE6B-B4B5-4000-B3AB-1338A5BCDB9D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Sản xuất</a:t>
          </a:r>
          <a:endParaRPr lang="en-US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1484337E-3C40-45F6-84DA-A198F1F57986}" type="parTrans" cxnId="{42F82752-E413-4978-9350-E8DD2360554E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10B5EFF-9789-47AE-88B8-454DD6C12E4F}" type="sibTrans" cxnId="{42F82752-E413-4978-9350-E8DD2360554E}">
      <dgm:prSet custT="1"/>
      <dgm:spPr/>
      <dgm:t>
        <a:bodyPr/>
        <a:lstStyle/>
        <a:p>
          <a:pPr algn="ctr"/>
          <a:r>
            <a:rPr lang="en-US" sz="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</a:t>
          </a:r>
          <a:r>
            <a:rPr 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BP </a:t>
          </a:r>
          <a:r>
            <a:rPr lang="en-US" sz="8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Sản</a:t>
          </a:r>
          <a:r>
            <a:rPr 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US" sz="8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xuất</a:t>
          </a:r>
          <a:endParaRPr lang="en-US" sz="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7D371FE-2B3F-4152-B506-6BEF20E38E39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KHSX &amp; Kho NVL</a:t>
          </a:r>
          <a:endParaRPr lang="en-US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2C20593C-81A6-4E97-9F27-758C44A7E671}" type="parTrans" cxnId="{EAB3851E-5B06-49DE-A3DE-56DF8965EEF0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1D8FB59-C058-4BD0-B164-76C8CCAE0417}" type="sibTrans" cxnId="{EAB3851E-5B06-49DE-A3DE-56DF8965EEF0}">
      <dgm:prSet custT="1"/>
      <dgm:spPr/>
      <dgm:t>
        <a:bodyPr/>
        <a:lstStyle/>
        <a:p>
          <a:pPr algn="ctr"/>
          <a:r>
            <a:rPr lang="en-US" sz="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</a:t>
          </a:r>
          <a:r>
            <a:rPr 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BP </a:t>
          </a:r>
          <a:r>
            <a:rPr lang="en-US" sz="8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Kế</a:t>
          </a:r>
          <a:r>
            <a:rPr 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US" sz="8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hoạch</a:t>
          </a:r>
          <a:endParaRPr lang="en-US" sz="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8886F8D-2FE5-45F6-9831-288D817BFCED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PUR</a:t>
          </a:r>
        </a:p>
      </dgm:t>
    </dgm:pt>
    <dgm:pt modelId="{8E896902-3EDE-4293-95B8-6A709B623B1E}" type="parTrans" cxnId="{7662CD8F-C6A7-4B6C-B235-ABE45C234626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B3018E5A-CBCC-4476-9B90-7FF9F0EA1DA4}" type="sibTrans" cxnId="{7662CD8F-C6A7-4B6C-B235-ABE45C234626}">
      <dgm:prSet custT="1"/>
      <dgm:spPr/>
      <dgm:t>
        <a:bodyPr/>
        <a:lstStyle/>
        <a:p>
          <a:pPr algn="ctr"/>
          <a:r>
            <a:rPr lang="en-US" sz="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</a:t>
          </a:r>
          <a:r>
            <a:rPr 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BP </a:t>
          </a:r>
          <a:r>
            <a:rPr lang="en-US" sz="8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Mua</a:t>
          </a:r>
          <a:r>
            <a:rPr 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US" sz="8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hàng</a:t>
          </a:r>
          <a:endParaRPr lang="en-US" sz="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9C81FA9-8E1F-4C7A-AB42-4D85177F6979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HR_GA</a:t>
          </a:r>
          <a:endParaRPr lang="en-US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F8FDE76A-3E36-4E7C-B069-E04D3F0BC663}" type="parTrans" cxnId="{8E6E28C5-C7D5-4BED-B0FF-36DB0250E296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DF35F2F-9765-4770-B785-1DA81E6BA42F}" type="sibTrans" cxnId="{8E6E28C5-C7D5-4BED-B0FF-36DB0250E296}">
      <dgm:prSet custT="1"/>
      <dgm:spPr/>
      <dgm:t>
        <a:bodyPr/>
        <a:lstStyle/>
        <a:p>
          <a:pPr algn="ctr"/>
          <a:r>
            <a:rPr lang="en-US" sz="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</a:t>
          </a:r>
          <a:r>
            <a:rPr 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BP </a:t>
          </a:r>
          <a:r>
            <a:rPr lang="en-US" sz="8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Nhân</a:t>
          </a:r>
          <a:r>
            <a:rPr 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US" sz="8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sự</a:t>
          </a:r>
          <a:endParaRPr lang="en-US" sz="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4415131-355F-49E5-8097-4756016FA7B1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Chất lượng</a:t>
          </a:r>
          <a:endParaRPr lang="en-US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1DFF74C-8357-454F-8C61-E7610D282B0B}" type="parTrans" cxnId="{04B63A6C-60D1-4077-9159-D68B656E747D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7AF4158-FFC3-40D0-91B2-3681DA39B850}" type="sibTrans" cxnId="{04B63A6C-60D1-4077-9159-D68B656E747D}">
      <dgm:prSet custT="1"/>
      <dgm:spPr/>
      <dgm:t>
        <a:bodyPr/>
        <a:lstStyle/>
        <a:p>
          <a:pPr algn="ctr"/>
          <a:r>
            <a:rPr lang="en-US" sz="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</a:t>
          </a:r>
          <a:r>
            <a:rPr 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BP </a:t>
          </a:r>
          <a:r>
            <a:rPr lang="en-US" sz="8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Chất</a:t>
          </a:r>
          <a:r>
            <a:rPr lang="en-US" sz="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US" sz="8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lượng</a:t>
          </a:r>
          <a:endParaRPr lang="en-US" sz="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F0FDFE5-AF24-468E-99A6-80F79C8E1C6A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Kinh doanh &amp; Kho TP</a:t>
          </a:r>
          <a:endParaRPr lang="en-US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C63BF77-6596-45E8-A680-5CBDE677C6AD}" type="parTrans" cxnId="{128060E5-3610-45A9-9AB7-9178E888D255}">
      <dgm:prSet/>
      <dgm:spPr/>
      <dgm:t>
        <a:bodyPr/>
        <a:lstStyle/>
        <a:p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85B87A2E-1450-4A9E-96CE-0510D909B129}" type="sibTrans" cxnId="{128060E5-3610-45A9-9AB7-9178E888D255}">
      <dgm:prSet custT="1"/>
      <dgm:spPr/>
      <dgm:t>
        <a:bodyPr/>
        <a:lstStyle/>
        <a:p>
          <a:pPr algn="ctr"/>
          <a:r>
            <a:rPr lang="en-US" sz="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BP Kinh doanh </a:t>
          </a:r>
          <a:endParaRPr lang="en-US" sz="8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722C55B-F0DE-4BE5-96F4-9CBA023592B0}">
      <dgm:prSet/>
      <dgm:spPr/>
      <dgm:t>
        <a:bodyPr/>
        <a:lstStyle/>
        <a:p>
          <a:r>
            <a: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Phát triển </a:t>
          </a:r>
        </a:p>
      </dgm:t>
    </dgm:pt>
    <dgm:pt modelId="{B99BCFDE-4421-4FE9-A014-53118DB75A46}" type="parTrans" cxnId="{DD863F04-4591-403A-B81F-DD6C9B18AE2F}">
      <dgm:prSet/>
      <dgm:spPr/>
      <dgm:t>
        <a:bodyPr/>
        <a:lstStyle/>
        <a:p>
          <a:endParaRPr lang="en-US"/>
        </a:p>
      </dgm:t>
    </dgm:pt>
    <dgm:pt modelId="{5FA88A71-4E0F-427C-8E21-C6845F123EC6}" type="sibTrans" cxnId="{DD863F04-4591-403A-B81F-DD6C9B18AE2F}">
      <dgm:prSet/>
      <dgm:spPr/>
      <dgm:t>
        <a:bodyPr/>
        <a:lstStyle/>
        <a:p>
          <a:r>
            <a:rPr lang="en-US"/>
            <a:t>TP BP phát triển</a:t>
          </a:r>
        </a:p>
      </dgm:t>
    </dgm:pt>
    <dgm:pt modelId="{F2D0D9FB-1248-4619-9406-301640A75221}">
      <dgm:prSet/>
      <dgm:spPr/>
      <dgm:t>
        <a:bodyPr/>
        <a:lstStyle/>
        <a:p>
          <a:r>
            <a:rPr lang="en-US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Khuôn</a:t>
          </a:r>
        </a:p>
      </dgm:t>
    </dgm:pt>
    <dgm:pt modelId="{20908A2B-C5CE-463B-BC65-758F8D9D0455}" type="parTrans" cxnId="{858B97FE-99A4-406D-B023-E51D89104848}">
      <dgm:prSet/>
      <dgm:spPr/>
      <dgm:t>
        <a:bodyPr/>
        <a:lstStyle/>
        <a:p>
          <a:endParaRPr lang="en-US"/>
        </a:p>
      </dgm:t>
    </dgm:pt>
    <dgm:pt modelId="{DB9BBB1A-3FA2-4A5D-BB68-76A03536C4AA}" type="sibTrans" cxnId="{858B97FE-99A4-406D-B023-E51D89104848}">
      <dgm:prSet/>
      <dgm:spPr/>
      <dgm:t>
        <a:bodyPr/>
        <a:lstStyle/>
        <a:p>
          <a:r>
            <a:rPr lang="en-US"/>
            <a:t>TP BP Khuôn</a:t>
          </a:r>
        </a:p>
      </dgm:t>
    </dgm:pt>
    <dgm:pt modelId="{47F43A6E-7F74-4370-9B84-88274388A0BE}" type="pres">
      <dgm:prSet presAssocID="{16BE2015-E689-4B2D-B5F2-860248A30FC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8D9C525-913A-431E-9457-6445F94EE4D3}" type="pres">
      <dgm:prSet presAssocID="{66F5EB2B-6B93-4D9E-B834-9F1EFB5B8989}" presName="hierRoot1" presStyleCnt="0">
        <dgm:presLayoutVars>
          <dgm:hierBranch val="init"/>
        </dgm:presLayoutVars>
      </dgm:prSet>
      <dgm:spPr/>
    </dgm:pt>
    <dgm:pt modelId="{D76B227B-E45F-469C-BE72-1D8D9EA1300C}" type="pres">
      <dgm:prSet presAssocID="{66F5EB2B-6B93-4D9E-B834-9F1EFB5B8989}" presName="rootComposite1" presStyleCnt="0"/>
      <dgm:spPr/>
    </dgm:pt>
    <dgm:pt modelId="{CAF3CB88-A4A4-4DE7-92AB-BEFE642A3AED}" type="pres">
      <dgm:prSet presAssocID="{66F5EB2B-6B93-4D9E-B834-9F1EFB5B8989}" presName="rootText1" presStyleLbl="node0" presStyleIdx="0" presStyleCnt="1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EABCCC9A-5527-4032-A2CA-6150D2FA6AAF}" type="pres">
      <dgm:prSet presAssocID="{66F5EB2B-6B93-4D9E-B834-9F1EFB5B8989}" presName="titleText1" presStyleLbl="fgAcc0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732DD78-4660-428A-BF3B-13A267C04B6D}" type="pres">
      <dgm:prSet presAssocID="{66F5EB2B-6B93-4D9E-B834-9F1EFB5B8989}" presName="rootConnector1" presStyleLbl="node1" presStyleIdx="0" presStyleCnt="8"/>
      <dgm:spPr/>
      <dgm:t>
        <a:bodyPr/>
        <a:lstStyle/>
        <a:p>
          <a:endParaRPr lang="en-US"/>
        </a:p>
      </dgm:t>
    </dgm:pt>
    <dgm:pt modelId="{F45668A3-18F3-4CCD-A359-4D5D396AE9EC}" type="pres">
      <dgm:prSet presAssocID="{66F5EB2B-6B93-4D9E-B834-9F1EFB5B8989}" presName="hierChild2" presStyleCnt="0"/>
      <dgm:spPr/>
    </dgm:pt>
    <dgm:pt modelId="{4699CD50-7310-4CD5-9226-7381D2008E81}" type="pres">
      <dgm:prSet presAssocID="{1484337E-3C40-45F6-84DA-A198F1F57986}" presName="Name37" presStyleLbl="parChTrans1D2" presStyleIdx="0" presStyleCnt="9"/>
      <dgm:spPr/>
      <dgm:t>
        <a:bodyPr/>
        <a:lstStyle/>
        <a:p>
          <a:endParaRPr lang="en-US"/>
        </a:p>
      </dgm:t>
    </dgm:pt>
    <dgm:pt modelId="{B51EF540-FA46-4A4C-9645-C39E4FA55801}" type="pres">
      <dgm:prSet presAssocID="{D9CBAE6B-B4B5-4000-B3AB-1338A5BCDB9D}" presName="hierRoot2" presStyleCnt="0">
        <dgm:presLayoutVars>
          <dgm:hierBranch val="init"/>
        </dgm:presLayoutVars>
      </dgm:prSet>
      <dgm:spPr/>
    </dgm:pt>
    <dgm:pt modelId="{15E445C2-2B0A-434B-8BC6-2E1B8E22A800}" type="pres">
      <dgm:prSet presAssocID="{D9CBAE6B-B4B5-4000-B3AB-1338A5BCDB9D}" presName="rootComposite" presStyleCnt="0"/>
      <dgm:spPr/>
    </dgm:pt>
    <dgm:pt modelId="{372298EC-373A-44E7-9C7F-FE98B8D66162}" type="pres">
      <dgm:prSet presAssocID="{D9CBAE6B-B4B5-4000-B3AB-1338A5BCDB9D}" presName="rootText" presStyleLbl="node1" presStyleIdx="0" presStyleCnt="8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4ADEA49F-58F6-4180-A0BB-B7055AF4C39A}" type="pres">
      <dgm:prSet presAssocID="{D9CBAE6B-B4B5-4000-B3AB-1338A5BCDB9D}" presName="titleText2" presStyleLbl="fgAcc1" presStyleIdx="0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832D58B4-5FFE-4D7A-A60A-C4B48A54F649}" type="pres">
      <dgm:prSet presAssocID="{D9CBAE6B-B4B5-4000-B3AB-1338A5BCDB9D}" presName="rootConnector" presStyleLbl="node2" presStyleIdx="0" presStyleCnt="0"/>
      <dgm:spPr/>
      <dgm:t>
        <a:bodyPr/>
        <a:lstStyle/>
        <a:p>
          <a:endParaRPr lang="en-US"/>
        </a:p>
      </dgm:t>
    </dgm:pt>
    <dgm:pt modelId="{DC3CEF76-83CB-4FC6-BD55-26745916D684}" type="pres">
      <dgm:prSet presAssocID="{D9CBAE6B-B4B5-4000-B3AB-1338A5BCDB9D}" presName="hierChild4" presStyleCnt="0"/>
      <dgm:spPr/>
    </dgm:pt>
    <dgm:pt modelId="{6F0D3EC1-DF23-460F-99CA-F24BB5E0C92D}" type="pres">
      <dgm:prSet presAssocID="{D9CBAE6B-B4B5-4000-B3AB-1338A5BCDB9D}" presName="hierChild5" presStyleCnt="0"/>
      <dgm:spPr/>
    </dgm:pt>
    <dgm:pt modelId="{C9C32FBB-50B2-4462-A07A-1F811946822C}" type="pres">
      <dgm:prSet presAssocID="{20908A2B-C5CE-463B-BC65-758F8D9D0455}" presName="Name37" presStyleLbl="parChTrans1D2" presStyleIdx="1" presStyleCnt="9"/>
      <dgm:spPr/>
      <dgm:t>
        <a:bodyPr/>
        <a:lstStyle/>
        <a:p>
          <a:endParaRPr lang="en-US"/>
        </a:p>
      </dgm:t>
    </dgm:pt>
    <dgm:pt modelId="{DB1B5E52-14F8-4378-AE62-66798CDC82BE}" type="pres">
      <dgm:prSet presAssocID="{F2D0D9FB-1248-4619-9406-301640A75221}" presName="hierRoot2" presStyleCnt="0">
        <dgm:presLayoutVars>
          <dgm:hierBranch val="init"/>
        </dgm:presLayoutVars>
      </dgm:prSet>
      <dgm:spPr/>
    </dgm:pt>
    <dgm:pt modelId="{3DC2AF6D-5430-4A9C-9207-7EAFBB64838D}" type="pres">
      <dgm:prSet presAssocID="{F2D0D9FB-1248-4619-9406-301640A75221}" presName="rootComposite" presStyleCnt="0"/>
      <dgm:spPr/>
    </dgm:pt>
    <dgm:pt modelId="{ED96F1FD-71F6-41E3-9FBA-B382FC99B6E8}" type="pres">
      <dgm:prSet presAssocID="{F2D0D9FB-1248-4619-9406-301640A75221}" presName="rootText" presStyleLbl="node1" presStyleIdx="1" presStyleCnt="8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78FE7CB1-FBF3-4EDA-B890-9B125113DB5D}" type="pres">
      <dgm:prSet presAssocID="{F2D0D9FB-1248-4619-9406-301640A75221}" presName="titleText2" presStyleLbl="fgAcc1" presStyleIdx="1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F912993-BE08-4E74-B567-10424D1805E0}" type="pres">
      <dgm:prSet presAssocID="{F2D0D9FB-1248-4619-9406-301640A75221}" presName="rootConnector" presStyleLbl="node2" presStyleIdx="0" presStyleCnt="0"/>
      <dgm:spPr/>
      <dgm:t>
        <a:bodyPr/>
        <a:lstStyle/>
        <a:p>
          <a:endParaRPr lang="en-US"/>
        </a:p>
      </dgm:t>
    </dgm:pt>
    <dgm:pt modelId="{84902792-9713-41EA-85C8-B87C33EC8BD6}" type="pres">
      <dgm:prSet presAssocID="{F2D0D9FB-1248-4619-9406-301640A75221}" presName="hierChild4" presStyleCnt="0"/>
      <dgm:spPr/>
    </dgm:pt>
    <dgm:pt modelId="{1E198AB9-C583-45C4-99C5-69ADB0729DCC}" type="pres">
      <dgm:prSet presAssocID="{F2D0D9FB-1248-4619-9406-301640A75221}" presName="hierChild5" presStyleCnt="0"/>
      <dgm:spPr/>
    </dgm:pt>
    <dgm:pt modelId="{8EA56E0F-4536-4BBF-ACFB-8E2D0318F85A}" type="pres">
      <dgm:prSet presAssocID="{2C20593C-81A6-4E97-9F27-758C44A7E671}" presName="Name37" presStyleLbl="parChTrans1D2" presStyleIdx="2" presStyleCnt="9"/>
      <dgm:spPr/>
      <dgm:t>
        <a:bodyPr/>
        <a:lstStyle/>
        <a:p>
          <a:endParaRPr lang="en-US"/>
        </a:p>
      </dgm:t>
    </dgm:pt>
    <dgm:pt modelId="{8F573FE8-9C07-45AF-90BC-840E5E51BDC0}" type="pres">
      <dgm:prSet presAssocID="{67D371FE-2B3F-4152-B506-6BEF20E38E39}" presName="hierRoot2" presStyleCnt="0">
        <dgm:presLayoutVars>
          <dgm:hierBranch val="init"/>
        </dgm:presLayoutVars>
      </dgm:prSet>
      <dgm:spPr/>
    </dgm:pt>
    <dgm:pt modelId="{A02A066F-3292-4E93-93BD-B91030D517D9}" type="pres">
      <dgm:prSet presAssocID="{67D371FE-2B3F-4152-B506-6BEF20E38E39}" presName="rootComposite" presStyleCnt="0"/>
      <dgm:spPr/>
    </dgm:pt>
    <dgm:pt modelId="{2C8EA462-A4C1-4A47-9A43-79C4D3146AC4}" type="pres">
      <dgm:prSet presAssocID="{67D371FE-2B3F-4152-B506-6BEF20E38E39}" presName="rootText" presStyleLbl="node1" presStyleIdx="2" presStyleCnt="8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5C64B295-F5E6-4EB3-88E9-6EA2F0890769}" type="pres">
      <dgm:prSet presAssocID="{67D371FE-2B3F-4152-B506-6BEF20E38E39}" presName="titleText2" presStyleLbl="fgAcc1" presStyleIdx="2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EE24E454-C459-44AF-A80E-928C3BC4028A}" type="pres">
      <dgm:prSet presAssocID="{67D371FE-2B3F-4152-B506-6BEF20E38E39}" presName="rootConnector" presStyleLbl="node2" presStyleIdx="0" presStyleCnt="0"/>
      <dgm:spPr/>
      <dgm:t>
        <a:bodyPr/>
        <a:lstStyle/>
        <a:p>
          <a:endParaRPr lang="en-US"/>
        </a:p>
      </dgm:t>
    </dgm:pt>
    <dgm:pt modelId="{17A8B938-FE12-4603-B080-5989539FC7CF}" type="pres">
      <dgm:prSet presAssocID="{67D371FE-2B3F-4152-B506-6BEF20E38E39}" presName="hierChild4" presStyleCnt="0"/>
      <dgm:spPr/>
    </dgm:pt>
    <dgm:pt modelId="{81686B52-4A15-496F-B5D1-1E484A45E0CD}" type="pres">
      <dgm:prSet presAssocID="{67D371FE-2B3F-4152-B506-6BEF20E38E39}" presName="hierChild5" presStyleCnt="0"/>
      <dgm:spPr/>
    </dgm:pt>
    <dgm:pt modelId="{289F1054-A51A-4E61-BB0F-4A0051FA5B05}" type="pres">
      <dgm:prSet presAssocID="{F8FDE76A-3E36-4E7C-B069-E04D3F0BC663}" presName="Name37" presStyleLbl="parChTrans1D2" presStyleIdx="3" presStyleCnt="9"/>
      <dgm:spPr/>
      <dgm:t>
        <a:bodyPr/>
        <a:lstStyle/>
        <a:p>
          <a:endParaRPr lang="en-US"/>
        </a:p>
      </dgm:t>
    </dgm:pt>
    <dgm:pt modelId="{550CDBF1-E47F-40B1-8AAB-62FF83FDA80B}" type="pres">
      <dgm:prSet presAssocID="{99C81FA9-8E1F-4C7A-AB42-4D85177F6979}" presName="hierRoot2" presStyleCnt="0">
        <dgm:presLayoutVars>
          <dgm:hierBranch val="init"/>
        </dgm:presLayoutVars>
      </dgm:prSet>
      <dgm:spPr/>
    </dgm:pt>
    <dgm:pt modelId="{F6CC9957-92AB-4B51-A407-5548AB6BB07E}" type="pres">
      <dgm:prSet presAssocID="{99C81FA9-8E1F-4C7A-AB42-4D85177F6979}" presName="rootComposite" presStyleCnt="0"/>
      <dgm:spPr/>
    </dgm:pt>
    <dgm:pt modelId="{01C22488-D63B-48E2-8420-BB40AB139055}" type="pres">
      <dgm:prSet presAssocID="{99C81FA9-8E1F-4C7A-AB42-4D85177F6979}" presName="rootText" presStyleLbl="node1" presStyleIdx="3" presStyleCnt="8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2C696EFB-3E76-4303-ABE7-FEF7DD38AF5A}" type="pres">
      <dgm:prSet presAssocID="{99C81FA9-8E1F-4C7A-AB42-4D85177F6979}" presName="titleText2" presStyleLbl="fgAcc1" presStyleIdx="3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6E8A998-344F-4C80-B628-E646F58A7076}" type="pres">
      <dgm:prSet presAssocID="{99C81FA9-8E1F-4C7A-AB42-4D85177F6979}" presName="rootConnector" presStyleLbl="node2" presStyleIdx="0" presStyleCnt="0"/>
      <dgm:spPr/>
      <dgm:t>
        <a:bodyPr/>
        <a:lstStyle/>
        <a:p>
          <a:endParaRPr lang="en-US"/>
        </a:p>
      </dgm:t>
    </dgm:pt>
    <dgm:pt modelId="{B493AC35-F909-426F-AEAC-6C37F5337DC6}" type="pres">
      <dgm:prSet presAssocID="{99C81FA9-8E1F-4C7A-AB42-4D85177F6979}" presName="hierChild4" presStyleCnt="0"/>
      <dgm:spPr/>
    </dgm:pt>
    <dgm:pt modelId="{5ECA9522-5194-4F0B-8086-DDEC89D30A4B}" type="pres">
      <dgm:prSet presAssocID="{99C81FA9-8E1F-4C7A-AB42-4D85177F6979}" presName="hierChild5" presStyleCnt="0"/>
      <dgm:spPr/>
    </dgm:pt>
    <dgm:pt modelId="{7BFF4D88-7905-4D50-A756-8DED93977EF2}" type="pres">
      <dgm:prSet presAssocID="{A1DFF74C-8357-454F-8C61-E7610D282B0B}" presName="Name37" presStyleLbl="parChTrans1D2" presStyleIdx="4" presStyleCnt="9"/>
      <dgm:spPr/>
      <dgm:t>
        <a:bodyPr/>
        <a:lstStyle/>
        <a:p>
          <a:endParaRPr lang="en-US"/>
        </a:p>
      </dgm:t>
    </dgm:pt>
    <dgm:pt modelId="{79661705-C012-4AA6-9185-545217245CA3}" type="pres">
      <dgm:prSet presAssocID="{A4415131-355F-49E5-8097-4756016FA7B1}" presName="hierRoot2" presStyleCnt="0">
        <dgm:presLayoutVars>
          <dgm:hierBranch val="init"/>
        </dgm:presLayoutVars>
      </dgm:prSet>
      <dgm:spPr/>
    </dgm:pt>
    <dgm:pt modelId="{1988988B-774B-4186-89F3-7ED20A329569}" type="pres">
      <dgm:prSet presAssocID="{A4415131-355F-49E5-8097-4756016FA7B1}" presName="rootComposite" presStyleCnt="0"/>
      <dgm:spPr/>
    </dgm:pt>
    <dgm:pt modelId="{B937BEAA-4F74-44A5-9028-7E40041EC3C6}" type="pres">
      <dgm:prSet presAssocID="{A4415131-355F-49E5-8097-4756016FA7B1}" presName="rootText" presStyleLbl="node1" presStyleIdx="4" presStyleCnt="8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089AFED7-B523-4D5C-91C7-561E2A1CAF79}" type="pres">
      <dgm:prSet presAssocID="{A4415131-355F-49E5-8097-4756016FA7B1}" presName="titleText2" presStyleLbl="fgAcc1" presStyleIdx="4" presStyleCnt="8" custScaleX="137817" custScaleY="11926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FC0BEF8-C676-488B-8F68-D946B223BC61}" type="pres">
      <dgm:prSet presAssocID="{A4415131-355F-49E5-8097-4756016FA7B1}" presName="rootConnector" presStyleLbl="node2" presStyleIdx="0" presStyleCnt="0"/>
      <dgm:spPr/>
      <dgm:t>
        <a:bodyPr/>
        <a:lstStyle/>
        <a:p>
          <a:endParaRPr lang="en-US"/>
        </a:p>
      </dgm:t>
    </dgm:pt>
    <dgm:pt modelId="{07BAF4B2-489C-4F50-934F-E1FCCE39633C}" type="pres">
      <dgm:prSet presAssocID="{A4415131-355F-49E5-8097-4756016FA7B1}" presName="hierChild4" presStyleCnt="0"/>
      <dgm:spPr/>
    </dgm:pt>
    <dgm:pt modelId="{9E84CE79-73A3-470F-B069-9EB5198183A2}" type="pres">
      <dgm:prSet presAssocID="{A4415131-355F-49E5-8097-4756016FA7B1}" presName="hierChild5" presStyleCnt="0"/>
      <dgm:spPr/>
    </dgm:pt>
    <dgm:pt modelId="{8263C4AA-CAD8-4476-94CF-71519E2AAFE5}" type="pres">
      <dgm:prSet presAssocID="{4C63BF77-6596-45E8-A680-5CBDE677C6AD}" presName="Name37" presStyleLbl="parChTrans1D2" presStyleIdx="5" presStyleCnt="9"/>
      <dgm:spPr/>
      <dgm:t>
        <a:bodyPr/>
        <a:lstStyle/>
        <a:p>
          <a:endParaRPr lang="en-US"/>
        </a:p>
      </dgm:t>
    </dgm:pt>
    <dgm:pt modelId="{583D52A7-3A02-4146-8C7F-B503E45BAFD1}" type="pres">
      <dgm:prSet presAssocID="{DF0FDFE5-AF24-468E-99A6-80F79C8E1C6A}" presName="hierRoot2" presStyleCnt="0">
        <dgm:presLayoutVars>
          <dgm:hierBranch val="init"/>
        </dgm:presLayoutVars>
      </dgm:prSet>
      <dgm:spPr/>
    </dgm:pt>
    <dgm:pt modelId="{3D343A7D-E66E-44D2-B2F9-65DB3BCAA7CF}" type="pres">
      <dgm:prSet presAssocID="{DF0FDFE5-AF24-468E-99A6-80F79C8E1C6A}" presName="rootComposite" presStyleCnt="0"/>
      <dgm:spPr/>
    </dgm:pt>
    <dgm:pt modelId="{E3D2F140-B2DB-45BC-8524-85DC732487F8}" type="pres">
      <dgm:prSet presAssocID="{DF0FDFE5-AF24-468E-99A6-80F79C8E1C6A}" presName="rootText" presStyleLbl="node1" presStyleIdx="5" presStyleCnt="8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D7F26ADD-BF38-4641-9E6E-CACCC585DC31}" type="pres">
      <dgm:prSet presAssocID="{DF0FDFE5-AF24-468E-99A6-80F79C8E1C6A}" presName="titleText2" presStyleLbl="fgAcc1" presStyleIdx="5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F212041-37D0-4E7C-95EB-B2DF5F0DD162}" type="pres">
      <dgm:prSet presAssocID="{DF0FDFE5-AF24-468E-99A6-80F79C8E1C6A}" presName="rootConnector" presStyleLbl="node2" presStyleIdx="0" presStyleCnt="0"/>
      <dgm:spPr/>
      <dgm:t>
        <a:bodyPr/>
        <a:lstStyle/>
        <a:p>
          <a:endParaRPr lang="en-US"/>
        </a:p>
      </dgm:t>
    </dgm:pt>
    <dgm:pt modelId="{33078D1D-211E-4469-BA96-F41DC4F2C4F0}" type="pres">
      <dgm:prSet presAssocID="{DF0FDFE5-AF24-468E-99A6-80F79C8E1C6A}" presName="hierChild4" presStyleCnt="0"/>
      <dgm:spPr/>
    </dgm:pt>
    <dgm:pt modelId="{DD0EE0EF-E91C-42FB-9975-55D845EEE547}" type="pres">
      <dgm:prSet presAssocID="{DF0FDFE5-AF24-468E-99A6-80F79C8E1C6A}" presName="hierChild5" presStyleCnt="0"/>
      <dgm:spPr/>
    </dgm:pt>
    <dgm:pt modelId="{4CE404F4-3234-442C-80FE-6EE3B6131B89}" type="pres">
      <dgm:prSet presAssocID="{B99BCFDE-4421-4FE9-A014-53118DB75A46}" presName="Name37" presStyleLbl="parChTrans1D2" presStyleIdx="6" presStyleCnt="9"/>
      <dgm:spPr/>
      <dgm:t>
        <a:bodyPr/>
        <a:lstStyle/>
        <a:p>
          <a:endParaRPr lang="en-US"/>
        </a:p>
      </dgm:t>
    </dgm:pt>
    <dgm:pt modelId="{6AECE4D6-6B50-4D3F-B628-AF138F302C70}" type="pres">
      <dgm:prSet presAssocID="{0722C55B-F0DE-4BE5-96F4-9CBA023592B0}" presName="hierRoot2" presStyleCnt="0">
        <dgm:presLayoutVars>
          <dgm:hierBranch val="init"/>
        </dgm:presLayoutVars>
      </dgm:prSet>
      <dgm:spPr/>
    </dgm:pt>
    <dgm:pt modelId="{67A2FE83-A4D9-4CD2-924B-26156E21E3E7}" type="pres">
      <dgm:prSet presAssocID="{0722C55B-F0DE-4BE5-96F4-9CBA023592B0}" presName="rootComposite" presStyleCnt="0"/>
      <dgm:spPr/>
    </dgm:pt>
    <dgm:pt modelId="{432FC8BA-9030-4BCA-A5A2-CC67FFF60335}" type="pres">
      <dgm:prSet presAssocID="{0722C55B-F0DE-4BE5-96F4-9CBA023592B0}" presName="rootText" presStyleLbl="node1" presStyleIdx="6" presStyleCnt="8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33AA15F2-A8AA-41D2-ADA3-AF3E7BB7E5B6}" type="pres">
      <dgm:prSet presAssocID="{0722C55B-F0DE-4BE5-96F4-9CBA023592B0}" presName="titleText2" presStyleLbl="fgAcc1" presStyleIdx="6" presStyleCnt="8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739C29D-B5F9-4DA2-9F9D-5513D940EEFD}" type="pres">
      <dgm:prSet presAssocID="{0722C55B-F0DE-4BE5-96F4-9CBA023592B0}" presName="rootConnector" presStyleLbl="node2" presStyleIdx="0" presStyleCnt="0"/>
      <dgm:spPr/>
      <dgm:t>
        <a:bodyPr/>
        <a:lstStyle/>
        <a:p>
          <a:endParaRPr lang="en-US"/>
        </a:p>
      </dgm:t>
    </dgm:pt>
    <dgm:pt modelId="{E9BB7160-7F9D-4CC0-BC2D-E4D6BF4585FB}" type="pres">
      <dgm:prSet presAssocID="{0722C55B-F0DE-4BE5-96F4-9CBA023592B0}" presName="hierChild4" presStyleCnt="0"/>
      <dgm:spPr/>
    </dgm:pt>
    <dgm:pt modelId="{0D6E0207-5BB7-4076-9C68-512D106B8761}" type="pres">
      <dgm:prSet presAssocID="{0722C55B-F0DE-4BE5-96F4-9CBA023592B0}" presName="hierChild5" presStyleCnt="0"/>
      <dgm:spPr/>
    </dgm:pt>
    <dgm:pt modelId="{9A0CD575-4D14-492C-BB67-9006CF17CC4A}" type="pres">
      <dgm:prSet presAssocID="{8E896902-3EDE-4293-95B8-6A709B623B1E}" presName="Name37" presStyleLbl="parChTrans1D2" presStyleIdx="7" presStyleCnt="9"/>
      <dgm:spPr/>
      <dgm:t>
        <a:bodyPr/>
        <a:lstStyle/>
        <a:p>
          <a:endParaRPr lang="en-US"/>
        </a:p>
      </dgm:t>
    </dgm:pt>
    <dgm:pt modelId="{89147BC5-080D-4C76-86F4-B6E610A14739}" type="pres">
      <dgm:prSet presAssocID="{B8886F8D-2FE5-45F6-9831-288D817BFCED}" presName="hierRoot2" presStyleCnt="0">
        <dgm:presLayoutVars>
          <dgm:hierBranch val="init"/>
        </dgm:presLayoutVars>
      </dgm:prSet>
      <dgm:spPr/>
    </dgm:pt>
    <dgm:pt modelId="{E7B30FAC-24A6-4804-A1D1-F968F791D87B}" type="pres">
      <dgm:prSet presAssocID="{B8886F8D-2FE5-45F6-9831-288D817BFCED}" presName="rootComposite" presStyleCnt="0"/>
      <dgm:spPr/>
    </dgm:pt>
    <dgm:pt modelId="{90F9AC63-8FDF-4EB2-8C40-B1DAEDFF7E16}" type="pres">
      <dgm:prSet presAssocID="{B8886F8D-2FE5-45F6-9831-288D817BFCED}" presName="rootText" presStyleLbl="node1" presStyleIdx="7" presStyleCnt="8">
        <dgm:presLayoutVars>
          <dgm:chMax/>
          <dgm:chPref val="3"/>
        </dgm:presLayoutVars>
      </dgm:prSet>
      <dgm:spPr/>
      <dgm:t>
        <a:bodyPr/>
        <a:lstStyle/>
        <a:p>
          <a:endParaRPr lang="en-US"/>
        </a:p>
      </dgm:t>
    </dgm:pt>
    <dgm:pt modelId="{717AB23C-A521-472B-8E27-34C1EFAC6B6C}" type="pres">
      <dgm:prSet presAssocID="{B8886F8D-2FE5-45F6-9831-288D817BFCED}" presName="titleText2" presStyleLbl="fgAcc1" presStyleIdx="7" presStyleCnt="8" custScaleX="132548" custScaleY="138219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D3ABF4E-694C-4E1C-95A1-7858BAD4ABF2}" type="pres">
      <dgm:prSet presAssocID="{B8886F8D-2FE5-45F6-9831-288D817BFCED}" presName="rootConnector" presStyleLbl="node2" presStyleIdx="0" presStyleCnt="0"/>
      <dgm:spPr/>
      <dgm:t>
        <a:bodyPr/>
        <a:lstStyle/>
        <a:p>
          <a:endParaRPr lang="en-US"/>
        </a:p>
      </dgm:t>
    </dgm:pt>
    <dgm:pt modelId="{0101FC7C-19FB-4EC7-A220-FF4733FC252B}" type="pres">
      <dgm:prSet presAssocID="{B8886F8D-2FE5-45F6-9831-288D817BFCED}" presName="hierChild4" presStyleCnt="0"/>
      <dgm:spPr/>
    </dgm:pt>
    <dgm:pt modelId="{BAA3120E-F637-49D4-98AE-EB6D78519DF3}" type="pres">
      <dgm:prSet presAssocID="{B8886F8D-2FE5-45F6-9831-288D817BFCED}" presName="hierChild5" presStyleCnt="0"/>
      <dgm:spPr/>
    </dgm:pt>
    <dgm:pt modelId="{3301F745-D507-4336-919F-03AC09D7900D}" type="pres">
      <dgm:prSet presAssocID="{66F5EB2B-6B93-4D9E-B834-9F1EFB5B8989}" presName="hierChild3" presStyleCnt="0"/>
      <dgm:spPr/>
    </dgm:pt>
    <dgm:pt modelId="{8ED08032-FB15-4D3D-91D5-3D1FB910ADD2}" type="pres">
      <dgm:prSet presAssocID="{D350E88B-34AF-450C-B464-5047F9370A9F}" presName="Name96" presStyleLbl="parChTrans1D2" presStyleIdx="8" presStyleCnt="9"/>
      <dgm:spPr/>
      <dgm:t>
        <a:bodyPr/>
        <a:lstStyle/>
        <a:p>
          <a:endParaRPr lang="en-US"/>
        </a:p>
      </dgm:t>
    </dgm:pt>
    <dgm:pt modelId="{2FDD22CE-5688-486B-8140-CC63B4C0BDCC}" type="pres">
      <dgm:prSet presAssocID="{3D7DE0D7-2994-4D82-B6C4-972F932CF332}" presName="hierRoot3" presStyleCnt="0">
        <dgm:presLayoutVars>
          <dgm:hierBranch val="init"/>
        </dgm:presLayoutVars>
      </dgm:prSet>
      <dgm:spPr/>
    </dgm:pt>
    <dgm:pt modelId="{46A6A4B3-BB17-4FCB-BDFB-36F88E5B3FDF}" type="pres">
      <dgm:prSet presAssocID="{3D7DE0D7-2994-4D82-B6C4-972F932CF332}" presName="rootComposite3" presStyleCnt="0"/>
      <dgm:spPr/>
    </dgm:pt>
    <dgm:pt modelId="{E43AB622-D906-45B0-B580-22BAA28DF885}" type="pres">
      <dgm:prSet presAssocID="{3D7DE0D7-2994-4D82-B6C4-972F932CF332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A61A5D9-A4B7-41D7-ACC0-0CCBC330B7D1}" type="pres">
      <dgm:prSet presAssocID="{3D7DE0D7-2994-4D82-B6C4-972F932CF332}" presName="titleText3" presStyleLbl="fgAcc2" presStyleIdx="0" presStyleCnt="1" custLinFactNeighborY="-1712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85B8C075-11A0-4BCA-A9B7-B88415210043}" type="pres">
      <dgm:prSet presAssocID="{3D7DE0D7-2994-4D82-B6C4-972F932CF332}" presName="rootConnector3" presStyleLbl="asst1" presStyleIdx="0" presStyleCnt="1"/>
      <dgm:spPr/>
      <dgm:t>
        <a:bodyPr/>
        <a:lstStyle/>
        <a:p>
          <a:endParaRPr lang="en-US"/>
        </a:p>
      </dgm:t>
    </dgm:pt>
    <dgm:pt modelId="{D8E63E4E-619E-4D74-B17F-8C0E96AF81E4}" type="pres">
      <dgm:prSet presAssocID="{3D7DE0D7-2994-4D82-B6C4-972F932CF332}" presName="hierChild6" presStyleCnt="0"/>
      <dgm:spPr/>
    </dgm:pt>
    <dgm:pt modelId="{05C3CBD6-9517-4A43-9012-67FC523E1C90}" type="pres">
      <dgm:prSet presAssocID="{3D7DE0D7-2994-4D82-B6C4-972F932CF332}" presName="hierChild7" presStyleCnt="0"/>
      <dgm:spPr/>
    </dgm:pt>
  </dgm:ptLst>
  <dgm:cxnLst>
    <dgm:cxn modelId="{128060E5-3610-45A9-9AB7-9178E888D255}" srcId="{66F5EB2B-6B93-4D9E-B834-9F1EFB5B8989}" destId="{DF0FDFE5-AF24-468E-99A6-80F79C8E1C6A}" srcOrd="6" destOrd="0" parTransId="{4C63BF77-6596-45E8-A680-5CBDE677C6AD}" sibTransId="{85B87A2E-1450-4A9E-96CE-0510D909B129}"/>
    <dgm:cxn modelId="{8927E4D8-1FCE-49F4-BDF0-06CB755AAAA9}" type="presOf" srcId="{66F5EB2B-6B93-4D9E-B834-9F1EFB5B8989}" destId="{7732DD78-4660-428A-BF3B-13A267C04B6D}" srcOrd="1" destOrd="0" presId="urn:microsoft.com/office/officeart/2008/layout/NameandTitleOrganizationalChart"/>
    <dgm:cxn modelId="{04B63A6C-60D1-4077-9159-D68B656E747D}" srcId="{66F5EB2B-6B93-4D9E-B834-9F1EFB5B8989}" destId="{A4415131-355F-49E5-8097-4756016FA7B1}" srcOrd="5" destOrd="0" parTransId="{A1DFF74C-8357-454F-8C61-E7610D282B0B}" sibTransId="{77AF4158-FFC3-40D0-91B2-3681DA39B850}"/>
    <dgm:cxn modelId="{0A40F621-993B-4040-9F03-DB28CA594240}" type="presOf" srcId="{85B87A2E-1450-4A9E-96CE-0510D909B129}" destId="{D7F26ADD-BF38-4641-9E6E-CACCC585DC31}" srcOrd="0" destOrd="0" presId="urn:microsoft.com/office/officeart/2008/layout/NameandTitleOrganizationalChart"/>
    <dgm:cxn modelId="{1C8EF6AF-C5F6-402A-9CC3-CEF50BC0D2AB}" type="presOf" srcId="{A4415131-355F-49E5-8097-4756016FA7B1}" destId="{B937BEAA-4F74-44A5-9028-7E40041EC3C6}" srcOrd="0" destOrd="0" presId="urn:microsoft.com/office/officeart/2008/layout/NameandTitleOrganizationalChart"/>
    <dgm:cxn modelId="{3CBB3236-5AD8-438C-B808-B4C4A94A7484}" type="presOf" srcId="{20908A2B-C5CE-463B-BC65-758F8D9D0455}" destId="{C9C32FBB-50B2-4462-A07A-1F811946822C}" srcOrd="0" destOrd="0" presId="urn:microsoft.com/office/officeart/2008/layout/NameandTitleOrganizationalChart"/>
    <dgm:cxn modelId="{77F2FC12-5D33-46D3-9A22-729B4EE23CC3}" type="presOf" srcId="{B8886F8D-2FE5-45F6-9831-288D817BFCED}" destId="{BD3ABF4E-694C-4E1C-95A1-7858BAD4ABF2}" srcOrd="1" destOrd="0" presId="urn:microsoft.com/office/officeart/2008/layout/NameandTitleOrganizationalChart"/>
    <dgm:cxn modelId="{8E6E28C5-C7D5-4BED-B0FF-36DB0250E296}" srcId="{66F5EB2B-6B93-4D9E-B834-9F1EFB5B8989}" destId="{99C81FA9-8E1F-4C7A-AB42-4D85177F6979}" srcOrd="4" destOrd="0" parTransId="{F8FDE76A-3E36-4E7C-B069-E04D3F0BC663}" sibTransId="{3DF35F2F-9765-4770-B785-1DA81E6BA42F}"/>
    <dgm:cxn modelId="{C24925F2-D47D-42D5-A399-B0AADF5DD751}" type="presOf" srcId="{DB9BBB1A-3FA2-4A5D-BB68-76A03536C4AA}" destId="{78FE7CB1-FBF3-4EDA-B890-9B125113DB5D}" srcOrd="0" destOrd="0" presId="urn:microsoft.com/office/officeart/2008/layout/NameandTitleOrganizationalChart"/>
    <dgm:cxn modelId="{053591F6-4A13-407F-8A61-371AF464EBE8}" type="presOf" srcId="{8E896902-3EDE-4293-95B8-6A709B623B1E}" destId="{9A0CD575-4D14-492C-BB67-9006CF17CC4A}" srcOrd="0" destOrd="0" presId="urn:microsoft.com/office/officeart/2008/layout/NameandTitleOrganizationalChart"/>
    <dgm:cxn modelId="{511336FD-1844-4337-B7EA-F6C648BD1786}" type="presOf" srcId="{66F5EB2B-6B93-4D9E-B834-9F1EFB5B8989}" destId="{CAF3CB88-A4A4-4DE7-92AB-BEFE642A3AED}" srcOrd="0" destOrd="0" presId="urn:microsoft.com/office/officeart/2008/layout/NameandTitleOrganizationalChart"/>
    <dgm:cxn modelId="{6E4EC773-A6CE-4E3A-99AC-E8E9DE377327}" type="presOf" srcId="{656118A4-08F1-4D49-B7AE-80D5AF34526A}" destId="{EABCCC9A-5527-4032-A2CA-6150D2FA6AAF}" srcOrd="0" destOrd="0" presId="urn:microsoft.com/office/officeart/2008/layout/NameandTitleOrganizationalChart"/>
    <dgm:cxn modelId="{774FF946-0148-4946-9A96-20C6F322F94B}" type="presOf" srcId="{99C81FA9-8E1F-4C7A-AB42-4D85177F6979}" destId="{01C22488-D63B-48E2-8420-BB40AB139055}" srcOrd="0" destOrd="0" presId="urn:microsoft.com/office/officeart/2008/layout/NameandTitleOrganizationalChart"/>
    <dgm:cxn modelId="{605C75A6-7F76-41A5-B637-2E1EE8931720}" type="presOf" srcId="{1484337E-3C40-45F6-84DA-A198F1F57986}" destId="{4699CD50-7310-4CD5-9226-7381D2008E81}" srcOrd="0" destOrd="0" presId="urn:microsoft.com/office/officeart/2008/layout/NameandTitleOrganizationalChart"/>
    <dgm:cxn modelId="{0521A3E3-0132-4471-B332-40C139836C03}" type="presOf" srcId="{D350E88B-34AF-450C-B464-5047F9370A9F}" destId="{8ED08032-FB15-4D3D-91D5-3D1FB910ADD2}" srcOrd="0" destOrd="0" presId="urn:microsoft.com/office/officeart/2008/layout/NameandTitleOrganizationalChart"/>
    <dgm:cxn modelId="{97F42D6C-50B6-41B6-AD25-BF8ED6E6A2BB}" type="presOf" srcId="{99C81FA9-8E1F-4C7A-AB42-4D85177F6979}" destId="{66E8A998-344F-4C80-B628-E646F58A7076}" srcOrd="1" destOrd="0" presId="urn:microsoft.com/office/officeart/2008/layout/NameandTitleOrganizationalChart"/>
    <dgm:cxn modelId="{7EB050A6-582F-4919-BCE4-5AD2374F4835}" type="presOf" srcId="{16BE2015-E689-4B2D-B5F2-860248A30FC8}" destId="{47F43A6E-7F74-4370-9B84-88274388A0BE}" srcOrd="0" destOrd="0" presId="urn:microsoft.com/office/officeart/2008/layout/NameandTitleOrganizationalChart"/>
    <dgm:cxn modelId="{9DA7E136-B6AD-4946-9B2D-A7909298D50B}" type="presOf" srcId="{3D7DE0D7-2994-4D82-B6C4-972F932CF332}" destId="{85B8C075-11A0-4BCA-A9B7-B88415210043}" srcOrd="1" destOrd="0" presId="urn:microsoft.com/office/officeart/2008/layout/NameandTitleOrganizationalChart"/>
    <dgm:cxn modelId="{EA3B184D-AD57-4B23-8455-93C0665D489B}" type="presOf" srcId="{DF0FDFE5-AF24-468E-99A6-80F79C8E1C6A}" destId="{E3D2F140-B2DB-45BC-8524-85DC732487F8}" srcOrd="0" destOrd="0" presId="urn:microsoft.com/office/officeart/2008/layout/NameandTitleOrganizationalChart"/>
    <dgm:cxn modelId="{A13E5AAA-FAE3-4BD4-A3F6-02F591C59C7A}" srcId="{16BE2015-E689-4B2D-B5F2-860248A30FC8}" destId="{66F5EB2B-6B93-4D9E-B834-9F1EFB5B8989}" srcOrd="0" destOrd="0" parTransId="{570088FA-4B9A-4B57-B8CE-FA8D599C05C0}" sibTransId="{656118A4-08F1-4D49-B7AE-80D5AF34526A}"/>
    <dgm:cxn modelId="{EAB3851E-5B06-49DE-A3DE-56DF8965EEF0}" srcId="{66F5EB2B-6B93-4D9E-B834-9F1EFB5B8989}" destId="{67D371FE-2B3F-4152-B506-6BEF20E38E39}" srcOrd="3" destOrd="0" parTransId="{2C20593C-81A6-4E97-9F27-758C44A7E671}" sibTransId="{D1D8FB59-C058-4BD0-B164-76C8CCAE0417}"/>
    <dgm:cxn modelId="{858B97FE-99A4-406D-B023-E51D89104848}" srcId="{66F5EB2B-6B93-4D9E-B834-9F1EFB5B8989}" destId="{F2D0D9FB-1248-4619-9406-301640A75221}" srcOrd="2" destOrd="0" parTransId="{20908A2B-C5CE-463B-BC65-758F8D9D0455}" sibTransId="{DB9BBB1A-3FA2-4A5D-BB68-76A03536C4AA}"/>
    <dgm:cxn modelId="{FD8ED691-9E37-4749-A013-01CDC824390C}" type="presOf" srcId="{B8886F8D-2FE5-45F6-9831-288D817BFCED}" destId="{90F9AC63-8FDF-4EB2-8C40-B1DAEDFF7E16}" srcOrd="0" destOrd="0" presId="urn:microsoft.com/office/officeart/2008/layout/NameandTitleOrganizationalChart"/>
    <dgm:cxn modelId="{F9F1FD0E-4BDC-4943-B292-73257F066DF6}" type="presOf" srcId="{F8FDE76A-3E36-4E7C-B069-E04D3F0BC663}" destId="{289F1054-A51A-4E61-BB0F-4A0051FA5B05}" srcOrd="0" destOrd="0" presId="urn:microsoft.com/office/officeart/2008/layout/NameandTitleOrganizationalChart"/>
    <dgm:cxn modelId="{5DB7A633-EDD8-44A8-9053-BDF825E424DB}" type="presOf" srcId="{67D371FE-2B3F-4152-B506-6BEF20E38E39}" destId="{EE24E454-C459-44AF-A80E-928C3BC4028A}" srcOrd="1" destOrd="0" presId="urn:microsoft.com/office/officeart/2008/layout/NameandTitleOrganizationalChart"/>
    <dgm:cxn modelId="{8CA74854-2B83-401A-B43F-2A3445E6A00F}" type="presOf" srcId="{D4A97981-10AC-4CF8-99B1-3ABCCFA21A61}" destId="{2A61A5D9-A4B7-41D7-ACC0-0CCBC330B7D1}" srcOrd="0" destOrd="0" presId="urn:microsoft.com/office/officeart/2008/layout/NameandTitleOrganizationalChart"/>
    <dgm:cxn modelId="{2619D19C-DDC0-45A9-A00D-CA954BF4174E}" type="presOf" srcId="{3DF35F2F-9765-4770-B785-1DA81E6BA42F}" destId="{2C696EFB-3E76-4303-ABE7-FEF7DD38AF5A}" srcOrd="0" destOrd="0" presId="urn:microsoft.com/office/officeart/2008/layout/NameandTitleOrganizationalChart"/>
    <dgm:cxn modelId="{CB513076-AA78-49D7-9740-0EE86B10B907}" type="presOf" srcId="{DF0FDFE5-AF24-468E-99A6-80F79C8E1C6A}" destId="{7F212041-37D0-4E7C-95EB-B2DF5F0DD162}" srcOrd="1" destOrd="0" presId="urn:microsoft.com/office/officeart/2008/layout/NameandTitleOrganizationalChart"/>
    <dgm:cxn modelId="{3685B615-2CD5-42B1-BCC2-AA873077D615}" srcId="{66F5EB2B-6B93-4D9E-B834-9F1EFB5B8989}" destId="{3D7DE0D7-2994-4D82-B6C4-972F932CF332}" srcOrd="0" destOrd="0" parTransId="{D350E88B-34AF-450C-B464-5047F9370A9F}" sibTransId="{D4A97981-10AC-4CF8-99B1-3ABCCFA21A61}"/>
    <dgm:cxn modelId="{97230AAC-07D8-41B1-B48A-2D1B7C8AE5E9}" type="presOf" srcId="{D9CBAE6B-B4B5-4000-B3AB-1338A5BCDB9D}" destId="{832D58B4-5FFE-4D7A-A60A-C4B48A54F649}" srcOrd="1" destOrd="0" presId="urn:microsoft.com/office/officeart/2008/layout/NameandTitleOrganizationalChart"/>
    <dgm:cxn modelId="{54E85BD2-107B-4828-B7BE-BF8F8CD3B217}" type="presOf" srcId="{F2D0D9FB-1248-4619-9406-301640A75221}" destId="{6F912993-BE08-4E74-B567-10424D1805E0}" srcOrd="1" destOrd="0" presId="urn:microsoft.com/office/officeart/2008/layout/NameandTitleOrganizationalChart"/>
    <dgm:cxn modelId="{A2DB9866-60A2-4648-AB96-82322AB00621}" type="presOf" srcId="{5FA88A71-4E0F-427C-8E21-C6845F123EC6}" destId="{33AA15F2-A8AA-41D2-ADA3-AF3E7BB7E5B6}" srcOrd="0" destOrd="0" presId="urn:microsoft.com/office/officeart/2008/layout/NameandTitleOrganizationalChart"/>
    <dgm:cxn modelId="{39E3E345-694D-4194-A4A4-7A0D2B01182C}" type="presOf" srcId="{4C63BF77-6596-45E8-A680-5CBDE677C6AD}" destId="{8263C4AA-CAD8-4476-94CF-71519E2AAFE5}" srcOrd="0" destOrd="0" presId="urn:microsoft.com/office/officeart/2008/layout/NameandTitleOrganizationalChart"/>
    <dgm:cxn modelId="{C8F8E3C7-F815-42B7-895D-3408C1F6C0E2}" type="presOf" srcId="{A4415131-355F-49E5-8097-4756016FA7B1}" destId="{BFC0BEF8-C676-488B-8F68-D946B223BC61}" srcOrd="1" destOrd="0" presId="urn:microsoft.com/office/officeart/2008/layout/NameandTitleOrganizationalChart"/>
    <dgm:cxn modelId="{3310116E-24CF-48A7-9D18-D07A2E68B8FE}" type="presOf" srcId="{0722C55B-F0DE-4BE5-96F4-9CBA023592B0}" destId="{432FC8BA-9030-4BCA-A5A2-CC67FFF60335}" srcOrd="0" destOrd="0" presId="urn:microsoft.com/office/officeart/2008/layout/NameandTitleOrganizationalChart"/>
    <dgm:cxn modelId="{42F82752-E413-4978-9350-E8DD2360554E}" srcId="{66F5EB2B-6B93-4D9E-B834-9F1EFB5B8989}" destId="{D9CBAE6B-B4B5-4000-B3AB-1338A5BCDB9D}" srcOrd="1" destOrd="0" parTransId="{1484337E-3C40-45F6-84DA-A198F1F57986}" sibTransId="{A10B5EFF-9789-47AE-88B8-454DD6C12E4F}"/>
    <dgm:cxn modelId="{6067A2B7-C5E5-4BD9-B4D7-30626C822409}" type="presOf" srcId="{B3018E5A-CBCC-4476-9B90-7FF9F0EA1DA4}" destId="{717AB23C-A521-472B-8E27-34C1EFAC6B6C}" srcOrd="0" destOrd="0" presId="urn:microsoft.com/office/officeart/2008/layout/NameandTitleOrganizationalChart"/>
    <dgm:cxn modelId="{112C5B24-055C-46AB-BC42-09E2F221BF3A}" type="presOf" srcId="{77AF4158-FFC3-40D0-91B2-3681DA39B850}" destId="{089AFED7-B523-4D5C-91C7-561E2A1CAF79}" srcOrd="0" destOrd="0" presId="urn:microsoft.com/office/officeart/2008/layout/NameandTitleOrganizationalChart"/>
    <dgm:cxn modelId="{810BA387-05F1-491C-9127-D299988AA8C8}" type="presOf" srcId="{D1D8FB59-C058-4BD0-B164-76C8CCAE0417}" destId="{5C64B295-F5E6-4EB3-88E9-6EA2F0890769}" srcOrd="0" destOrd="0" presId="urn:microsoft.com/office/officeart/2008/layout/NameandTitleOrganizationalChart"/>
    <dgm:cxn modelId="{FF92BD7C-5A0E-4B92-B372-31253FDD6917}" type="presOf" srcId="{B99BCFDE-4421-4FE9-A014-53118DB75A46}" destId="{4CE404F4-3234-442C-80FE-6EE3B6131B89}" srcOrd="0" destOrd="0" presId="urn:microsoft.com/office/officeart/2008/layout/NameandTitleOrganizationalChart"/>
    <dgm:cxn modelId="{DB05942D-FAA2-40A2-97A3-5E91BDA99755}" type="presOf" srcId="{A10B5EFF-9789-47AE-88B8-454DD6C12E4F}" destId="{4ADEA49F-58F6-4180-A0BB-B7055AF4C39A}" srcOrd="0" destOrd="0" presId="urn:microsoft.com/office/officeart/2008/layout/NameandTitleOrganizationalChart"/>
    <dgm:cxn modelId="{849E1E30-E981-4704-A7B6-582499123325}" type="presOf" srcId="{F2D0D9FB-1248-4619-9406-301640A75221}" destId="{ED96F1FD-71F6-41E3-9FBA-B382FC99B6E8}" srcOrd="0" destOrd="0" presId="urn:microsoft.com/office/officeart/2008/layout/NameandTitleOrganizationalChart"/>
    <dgm:cxn modelId="{0C746B26-BE78-4262-B890-BBDE0C985AD2}" type="presOf" srcId="{A1DFF74C-8357-454F-8C61-E7610D282B0B}" destId="{7BFF4D88-7905-4D50-A756-8DED93977EF2}" srcOrd="0" destOrd="0" presId="urn:microsoft.com/office/officeart/2008/layout/NameandTitleOrganizationalChart"/>
    <dgm:cxn modelId="{7662CD8F-C6A7-4B6C-B235-ABE45C234626}" srcId="{66F5EB2B-6B93-4D9E-B834-9F1EFB5B8989}" destId="{B8886F8D-2FE5-45F6-9831-288D817BFCED}" srcOrd="8" destOrd="0" parTransId="{8E896902-3EDE-4293-95B8-6A709B623B1E}" sibTransId="{B3018E5A-CBCC-4476-9B90-7FF9F0EA1DA4}"/>
    <dgm:cxn modelId="{7C4F11F2-4E83-4CCF-8D14-8DB8E4A35084}" type="presOf" srcId="{D9CBAE6B-B4B5-4000-B3AB-1338A5BCDB9D}" destId="{372298EC-373A-44E7-9C7F-FE98B8D66162}" srcOrd="0" destOrd="0" presId="urn:microsoft.com/office/officeart/2008/layout/NameandTitleOrganizationalChart"/>
    <dgm:cxn modelId="{2FCD4AD4-5E5E-477E-BF5D-D4B1E2603F58}" type="presOf" srcId="{3D7DE0D7-2994-4D82-B6C4-972F932CF332}" destId="{E43AB622-D906-45B0-B580-22BAA28DF885}" srcOrd="0" destOrd="0" presId="urn:microsoft.com/office/officeart/2008/layout/NameandTitleOrganizationalChart"/>
    <dgm:cxn modelId="{4F16A472-EC5C-4DB5-B06A-D02219F5FEB4}" type="presOf" srcId="{2C20593C-81A6-4E97-9F27-758C44A7E671}" destId="{8EA56E0F-4536-4BBF-ACFB-8E2D0318F85A}" srcOrd="0" destOrd="0" presId="urn:microsoft.com/office/officeart/2008/layout/NameandTitleOrganizationalChart"/>
    <dgm:cxn modelId="{DD863F04-4591-403A-B81F-DD6C9B18AE2F}" srcId="{66F5EB2B-6B93-4D9E-B834-9F1EFB5B8989}" destId="{0722C55B-F0DE-4BE5-96F4-9CBA023592B0}" srcOrd="7" destOrd="0" parTransId="{B99BCFDE-4421-4FE9-A014-53118DB75A46}" sibTransId="{5FA88A71-4E0F-427C-8E21-C6845F123EC6}"/>
    <dgm:cxn modelId="{E9F35F64-624C-4315-8C2C-F9A7F2085C9E}" type="presOf" srcId="{67D371FE-2B3F-4152-B506-6BEF20E38E39}" destId="{2C8EA462-A4C1-4A47-9A43-79C4D3146AC4}" srcOrd="0" destOrd="0" presId="urn:microsoft.com/office/officeart/2008/layout/NameandTitleOrganizationalChart"/>
    <dgm:cxn modelId="{93FD8F73-8B9D-4CD0-9A32-8DB5484D31E1}" type="presOf" srcId="{0722C55B-F0DE-4BE5-96F4-9CBA023592B0}" destId="{4739C29D-B5F9-4DA2-9F9D-5513D940EEFD}" srcOrd="1" destOrd="0" presId="urn:microsoft.com/office/officeart/2008/layout/NameandTitleOrganizationalChart"/>
    <dgm:cxn modelId="{A3118320-8A97-4C8A-9119-A2EB9402184D}" type="presParOf" srcId="{47F43A6E-7F74-4370-9B84-88274388A0BE}" destId="{68D9C525-913A-431E-9457-6445F94EE4D3}" srcOrd="0" destOrd="0" presId="urn:microsoft.com/office/officeart/2008/layout/NameandTitleOrganizationalChart"/>
    <dgm:cxn modelId="{7A5F6537-A8AA-4FC1-BC57-901C6D5637C8}" type="presParOf" srcId="{68D9C525-913A-431E-9457-6445F94EE4D3}" destId="{D76B227B-E45F-469C-BE72-1D8D9EA1300C}" srcOrd="0" destOrd="0" presId="urn:microsoft.com/office/officeart/2008/layout/NameandTitleOrganizationalChart"/>
    <dgm:cxn modelId="{FF0A8165-F3A0-4D41-AF69-2243D6C463A0}" type="presParOf" srcId="{D76B227B-E45F-469C-BE72-1D8D9EA1300C}" destId="{CAF3CB88-A4A4-4DE7-92AB-BEFE642A3AED}" srcOrd="0" destOrd="0" presId="urn:microsoft.com/office/officeart/2008/layout/NameandTitleOrganizationalChart"/>
    <dgm:cxn modelId="{423C5E49-7B15-4838-97F5-FEFC77BCC527}" type="presParOf" srcId="{D76B227B-E45F-469C-BE72-1D8D9EA1300C}" destId="{EABCCC9A-5527-4032-A2CA-6150D2FA6AAF}" srcOrd="1" destOrd="0" presId="urn:microsoft.com/office/officeart/2008/layout/NameandTitleOrganizationalChart"/>
    <dgm:cxn modelId="{ADEA36A1-8C9E-4E18-93C8-248E0F90E2D2}" type="presParOf" srcId="{D76B227B-E45F-469C-BE72-1D8D9EA1300C}" destId="{7732DD78-4660-428A-BF3B-13A267C04B6D}" srcOrd="2" destOrd="0" presId="urn:microsoft.com/office/officeart/2008/layout/NameandTitleOrganizationalChart"/>
    <dgm:cxn modelId="{1A94051A-D105-4D23-86AF-9B2AF2987450}" type="presParOf" srcId="{68D9C525-913A-431E-9457-6445F94EE4D3}" destId="{F45668A3-18F3-4CCD-A359-4D5D396AE9EC}" srcOrd="1" destOrd="0" presId="urn:microsoft.com/office/officeart/2008/layout/NameandTitleOrganizationalChart"/>
    <dgm:cxn modelId="{9394C591-4FD2-48FC-A49C-047FDC833E43}" type="presParOf" srcId="{F45668A3-18F3-4CCD-A359-4D5D396AE9EC}" destId="{4699CD50-7310-4CD5-9226-7381D2008E81}" srcOrd="0" destOrd="0" presId="urn:microsoft.com/office/officeart/2008/layout/NameandTitleOrganizationalChart"/>
    <dgm:cxn modelId="{209F84E9-01E0-4325-A9FD-20720D40B5D4}" type="presParOf" srcId="{F45668A3-18F3-4CCD-A359-4D5D396AE9EC}" destId="{B51EF540-FA46-4A4C-9645-C39E4FA55801}" srcOrd="1" destOrd="0" presId="urn:microsoft.com/office/officeart/2008/layout/NameandTitleOrganizationalChart"/>
    <dgm:cxn modelId="{0A67A8AF-53F3-46F8-BF70-CC41FF956A64}" type="presParOf" srcId="{B51EF540-FA46-4A4C-9645-C39E4FA55801}" destId="{15E445C2-2B0A-434B-8BC6-2E1B8E22A800}" srcOrd="0" destOrd="0" presId="urn:microsoft.com/office/officeart/2008/layout/NameandTitleOrganizationalChart"/>
    <dgm:cxn modelId="{1C58149E-9678-484E-90DC-3F724ACCD0EC}" type="presParOf" srcId="{15E445C2-2B0A-434B-8BC6-2E1B8E22A800}" destId="{372298EC-373A-44E7-9C7F-FE98B8D66162}" srcOrd="0" destOrd="0" presId="urn:microsoft.com/office/officeart/2008/layout/NameandTitleOrganizationalChart"/>
    <dgm:cxn modelId="{E0631DDB-AC24-4B11-AD98-7AFF31896581}" type="presParOf" srcId="{15E445C2-2B0A-434B-8BC6-2E1B8E22A800}" destId="{4ADEA49F-58F6-4180-A0BB-B7055AF4C39A}" srcOrd="1" destOrd="0" presId="urn:microsoft.com/office/officeart/2008/layout/NameandTitleOrganizationalChart"/>
    <dgm:cxn modelId="{2CF63484-7994-4BE0-A342-6D9B0A443136}" type="presParOf" srcId="{15E445C2-2B0A-434B-8BC6-2E1B8E22A800}" destId="{832D58B4-5FFE-4D7A-A60A-C4B48A54F649}" srcOrd="2" destOrd="0" presId="urn:microsoft.com/office/officeart/2008/layout/NameandTitleOrganizationalChart"/>
    <dgm:cxn modelId="{9785F469-5C3E-4F5B-80D2-1BE56B68B5C3}" type="presParOf" srcId="{B51EF540-FA46-4A4C-9645-C39E4FA55801}" destId="{DC3CEF76-83CB-4FC6-BD55-26745916D684}" srcOrd="1" destOrd="0" presId="urn:microsoft.com/office/officeart/2008/layout/NameandTitleOrganizationalChart"/>
    <dgm:cxn modelId="{EDC4093B-ED71-4ED7-930C-D70F1486DCA1}" type="presParOf" srcId="{B51EF540-FA46-4A4C-9645-C39E4FA55801}" destId="{6F0D3EC1-DF23-460F-99CA-F24BB5E0C92D}" srcOrd="2" destOrd="0" presId="urn:microsoft.com/office/officeart/2008/layout/NameandTitleOrganizationalChart"/>
    <dgm:cxn modelId="{08596BE7-A9B3-4B54-AB81-58ADEC64F979}" type="presParOf" srcId="{F45668A3-18F3-4CCD-A359-4D5D396AE9EC}" destId="{C9C32FBB-50B2-4462-A07A-1F811946822C}" srcOrd="2" destOrd="0" presId="urn:microsoft.com/office/officeart/2008/layout/NameandTitleOrganizationalChart"/>
    <dgm:cxn modelId="{0CE6485A-3FAA-4AE8-A2FA-368C9DE1761B}" type="presParOf" srcId="{F45668A3-18F3-4CCD-A359-4D5D396AE9EC}" destId="{DB1B5E52-14F8-4378-AE62-66798CDC82BE}" srcOrd="3" destOrd="0" presId="urn:microsoft.com/office/officeart/2008/layout/NameandTitleOrganizationalChart"/>
    <dgm:cxn modelId="{89A43EAB-465D-4DE2-BBB8-BCBD6AFF5EE6}" type="presParOf" srcId="{DB1B5E52-14F8-4378-AE62-66798CDC82BE}" destId="{3DC2AF6D-5430-4A9C-9207-7EAFBB64838D}" srcOrd="0" destOrd="0" presId="urn:microsoft.com/office/officeart/2008/layout/NameandTitleOrganizationalChart"/>
    <dgm:cxn modelId="{1BCCB0B4-7E9B-4940-B3CD-0ECB2794D588}" type="presParOf" srcId="{3DC2AF6D-5430-4A9C-9207-7EAFBB64838D}" destId="{ED96F1FD-71F6-41E3-9FBA-B382FC99B6E8}" srcOrd="0" destOrd="0" presId="urn:microsoft.com/office/officeart/2008/layout/NameandTitleOrganizationalChart"/>
    <dgm:cxn modelId="{F6659C06-D338-4D1C-B8B2-18A3113DC0A1}" type="presParOf" srcId="{3DC2AF6D-5430-4A9C-9207-7EAFBB64838D}" destId="{78FE7CB1-FBF3-4EDA-B890-9B125113DB5D}" srcOrd="1" destOrd="0" presId="urn:microsoft.com/office/officeart/2008/layout/NameandTitleOrganizationalChart"/>
    <dgm:cxn modelId="{F51D2149-597D-41EC-897D-ED769B866F72}" type="presParOf" srcId="{3DC2AF6D-5430-4A9C-9207-7EAFBB64838D}" destId="{6F912993-BE08-4E74-B567-10424D1805E0}" srcOrd="2" destOrd="0" presId="urn:microsoft.com/office/officeart/2008/layout/NameandTitleOrganizationalChart"/>
    <dgm:cxn modelId="{07CBDF36-7382-4011-A068-690C1B5E5AC2}" type="presParOf" srcId="{DB1B5E52-14F8-4378-AE62-66798CDC82BE}" destId="{84902792-9713-41EA-85C8-B87C33EC8BD6}" srcOrd="1" destOrd="0" presId="urn:microsoft.com/office/officeart/2008/layout/NameandTitleOrganizationalChart"/>
    <dgm:cxn modelId="{94454F22-44A4-4B13-A873-21A24F1BA645}" type="presParOf" srcId="{DB1B5E52-14F8-4378-AE62-66798CDC82BE}" destId="{1E198AB9-C583-45C4-99C5-69ADB0729DCC}" srcOrd="2" destOrd="0" presId="urn:microsoft.com/office/officeart/2008/layout/NameandTitleOrganizationalChart"/>
    <dgm:cxn modelId="{B370697E-80D4-4478-81E2-6A8231A285C9}" type="presParOf" srcId="{F45668A3-18F3-4CCD-A359-4D5D396AE9EC}" destId="{8EA56E0F-4536-4BBF-ACFB-8E2D0318F85A}" srcOrd="4" destOrd="0" presId="urn:microsoft.com/office/officeart/2008/layout/NameandTitleOrganizationalChart"/>
    <dgm:cxn modelId="{688DBAB6-1014-4EF0-A08F-D07B3C5AAFE1}" type="presParOf" srcId="{F45668A3-18F3-4CCD-A359-4D5D396AE9EC}" destId="{8F573FE8-9C07-45AF-90BC-840E5E51BDC0}" srcOrd="5" destOrd="0" presId="urn:microsoft.com/office/officeart/2008/layout/NameandTitleOrganizationalChart"/>
    <dgm:cxn modelId="{6D92A585-159B-443B-8254-4B625F8C0413}" type="presParOf" srcId="{8F573FE8-9C07-45AF-90BC-840E5E51BDC0}" destId="{A02A066F-3292-4E93-93BD-B91030D517D9}" srcOrd="0" destOrd="0" presId="urn:microsoft.com/office/officeart/2008/layout/NameandTitleOrganizationalChart"/>
    <dgm:cxn modelId="{48DEA7E1-4534-4F47-BF17-73514421ACBC}" type="presParOf" srcId="{A02A066F-3292-4E93-93BD-B91030D517D9}" destId="{2C8EA462-A4C1-4A47-9A43-79C4D3146AC4}" srcOrd="0" destOrd="0" presId="urn:microsoft.com/office/officeart/2008/layout/NameandTitleOrganizationalChart"/>
    <dgm:cxn modelId="{80886D55-7A0A-4C92-A0E7-680696502390}" type="presParOf" srcId="{A02A066F-3292-4E93-93BD-B91030D517D9}" destId="{5C64B295-F5E6-4EB3-88E9-6EA2F0890769}" srcOrd="1" destOrd="0" presId="urn:microsoft.com/office/officeart/2008/layout/NameandTitleOrganizationalChart"/>
    <dgm:cxn modelId="{F9AC25C0-006E-42C3-B61C-649DC85DB66D}" type="presParOf" srcId="{A02A066F-3292-4E93-93BD-B91030D517D9}" destId="{EE24E454-C459-44AF-A80E-928C3BC4028A}" srcOrd="2" destOrd="0" presId="urn:microsoft.com/office/officeart/2008/layout/NameandTitleOrganizationalChart"/>
    <dgm:cxn modelId="{64DCABC6-5300-427A-BB9E-59C0BD2633D6}" type="presParOf" srcId="{8F573FE8-9C07-45AF-90BC-840E5E51BDC0}" destId="{17A8B938-FE12-4603-B080-5989539FC7CF}" srcOrd="1" destOrd="0" presId="urn:microsoft.com/office/officeart/2008/layout/NameandTitleOrganizationalChart"/>
    <dgm:cxn modelId="{49E2F79F-8158-4259-8052-0F2A9C06A4EE}" type="presParOf" srcId="{8F573FE8-9C07-45AF-90BC-840E5E51BDC0}" destId="{81686B52-4A15-496F-B5D1-1E484A45E0CD}" srcOrd="2" destOrd="0" presId="urn:microsoft.com/office/officeart/2008/layout/NameandTitleOrganizationalChart"/>
    <dgm:cxn modelId="{4BDAF46E-694A-4646-8506-90AF3B7F9539}" type="presParOf" srcId="{F45668A3-18F3-4CCD-A359-4D5D396AE9EC}" destId="{289F1054-A51A-4E61-BB0F-4A0051FA5B05}" srcOrd="6" destOrd="0" presId="urn:microsoft.com/office/officeart/2008/layout/NameandTitleOrganizationalChart"/>
    <dgm:cxn modelId="{D58A7CCB-E4A4-4A35-B5C8-C294050548E9}" type="presParOf" srcId="{F45668A3-18F3-4CCD-A359-4D5D396AE9EC}" destId="{550CDBF1-E47F-40B1-8AAB-62FF83FDA80B}" srcOrd="7" destOrd="0" presId="urn:microsoft.com/office/officeart/2008/layout/NameandTitleOrganizationalChart"/>
    <dgm:cxn modelId="{9B83EB62-EE87-4C89-80F7-9055286A45A8}" type="presParOf" srcId="{550CDBF1-E47F-40B1-8AAB-62FF83FDA80B}" destId="{F6CC9957-92AB-4B51-A407-5548AB6BB07E}" srcOrd="0" destOrd="0" presId="urn:microsoft.com/office/officeart/2008/layout/NameandTitleOrganizationalChart"/>
    <dgm:cxn modelId="{3D928917-CD11-4A7C-87C9-C3E79E051A18}" type="presParOf" srcId="{F6CC9957-92AB-4B51-A407-5548AB6BB07E}" destId="{01C22488-D63B-48E2-8420-BB40AB139055}" srcOrd="0" destOrd="0" presId="urn:microsoft.com/office/officeart/2008/layout/NameandTitleOrganizationalChart"/>
    <dgm:cxn modelId="{ABA58171-AAAF-4A6D-A660-852B068C5C58}" type="presParOf" srcId="{F6CC9957-92AB-4B51-A407-5548AB6BB07E}" destId="{2C696EFB-3E76-4303-ABE7-FEF7DD38AF5A}" srcOrd="1" destOrd="0" presId="urn:microsoft.com/office/officeart/2008/layout/NameandTitleOrganizationalChart"/>
    <dgm:cxn modelId="{973AF64B-397B-47AB-AD4B-A232EF809A2E}" type="presParOf" srcId="{F6CC9957-92AB-4B51-A407-5548AB6BB07E}" destId="{66E8A998-344F-4C80-B628-E646F58A7076}" srcOrd="2" destOrd="0" presId="urn:microsoft.com/office/officeart/2008/layout/NameandTitleOrganizationalChart"/>
    <dgm:cxn modelId="{654AAB71-96EC-46F6-8C74-145F1D671231}" type="presParOf" srcId="{550CDBF1-E47F-40B1-8AAB-62FF83FDA80B}" destId="{B493AC35-F909-426F-AEAC-6C37F5337DC6}" srcOrd="1" destOrd="0" presId="urn:microsoft.com/office/officeart/2008/layout/NameandTitleOrganizationalChart"/>
    <dgm:cxn modelId="{513B1819-D2C7-40D8-A3F5-504FAA1FFF8E}" type="presParOf" srcId="{550CDBF1-E47F-40B1-8AAB-62FF83FDA80B}" destId="{5ECA9522-5194-4F0B-8086-DDEC89D30A4B}" srcOrd="2" destOrd="0" presId="urn:microsoft.com/office/officeart/2008/layout/NameandTitleOrganizationalChart"/>
    <dgm:cxn modelId="{B1D38AD2-A772-49AD-B754-11D55BD10CF0}" type="presParOf" srcId="{F45668A3-18F3-4CCD-A359-4D5D396AE9EC}" destId="{7BFF4D88-7905-4D50-A756-8DED93977EF2}" srcOrd="8" destOrd="0" presId="urn:microsoft.com/office/officeart/2008/layout/NameandTitleOrganizationalChart"/>
    <dgm:cxn modelId="{D67C99BF-27C1-463B-9763-A6E96E6C6250}" type="presParOf" srcId="{F45668A3-18F3-4CCD-A359-4D5D396AE9EC}" destId="{79661705-C012-4AA6-9185-545217245CA3}" srcOrd="9" destOrd="0" presId="urn:microsoft.com/office/officeart/2008/layout/NameandTitleOrganizationalChart"/>
    <dgm:cxn modelId="{F2B3DE7C-1890-44AC-B2A4-CE2A98A529C5}" type="presParOf" srcId="{79661705-C012-4AA6-9185-545217245CA3}" destId="{1988988B-774B-4186-89F3-7ED20A329569}" srcOrd="0" destOrd="0" presId="urn:microsoft.com/office/officeart/2008/layout/NameandTitleOrganizationalChart"/>
    <dgm:cxn modelId="{6DEA3407-B0BA-4BBA-BF0B-CB3BBCBE4CFD}" type="presParOf" srcId="{1988988B-774B-4186-89F3-7ED20A329569}" destId="{B937BEAA-4F74-44A5-9028-7E40041EC3C6}" srcOrd="0" destOrd="0" presId="urn:microsoft.com/office/officeart/2008/layout/NameandTitleOrganizationalChart"/>
    <dgm:cxn modelId="{91B0B5E4-72A0-4F6D-BD10-E585FEA079A5}" type="presParOf" srcId="{1988988B-774B-4186-89F3-7ED20A329569}" destId="{089AFED7-B523-4D5C-91C7-561E2A1CAF79}" srcOrd="1" destOrd="0" presId="urn:microsoft.com/office/officeart/2008/layout/NameandTitleOrganizationalChart"/>
    <dgm:cxn modelId="{A8232FFA-9CEF-4ED2-81DE-C481E820E75F}" type="presParOf" srcId="{1988988B-774B-4186-89F3-7ED20A329569}" destId="{BFC0BEF8-C676-488B-8F68-D946B223BC61}" srcOrd="2" destOrd="0" presId="urn:microsoft.com/office/officeart/2008/layout/NameandTitleOrganizationalChart"/>
    <dgm:cxn modelId="{F412D9E6-949F-4092-ADFE-D2A285104EAC}" type="presParOf" srcId="{79661705-C012-4AA6-9185-545217245CA3}" destId="{07BAF4B2-489C-4F50-934F-E1FCCE39633C}" srcOrd="1" destOrd="0" presId="urn:microsoft.com/office/officeart/2008/layout/NameandTitleOrganizationalChart"/>
    <dgm:cxn modelId="{E1699126-0C3A-438A-8D32-F138920ED7D1}" type="presParOf" srcId="{79661705-C012-4AA6-9185-545217245CA3}" destId="{9E84CE79-73A3-470F-B069-9EB5198183A2}" srcOrd="2" destOrd="0" presId="urn:microsoft.com/office/officeart/2008/layout/NameandTitleOrganizationalChart"/>
    <dgm:cxn modelId="{61340791-B72F-41EE-A48E-0258277F66FE}" type="presParOf" srcId="{F45668A3-18F3-4CCD-A359-4D5D396AE9EC}" destId="{8263C4AA-CAD8-4476-94CF-71519E2AAFE5}" srcOrd="10" destOrd="0" presId="urn:microsoft.com/office/officeart/2008/layout/NameandTitleOrganizationalChart"/>
    <dgm:cxn modelId="{816714D2-4B91-4D16-BA33-4581CAE9868F}" type="presParOf" srcId="{F45668A3-18F3-4CCD-A359-4D5D396AE9EC}" destId="{583D52A7-3A02-4146-8C7F-B503E45BAFD1}" srcOrd="11" destOrd="0" presId="urn:microsoft.com/office/officeart/2008/layout/NameandTitleOrganizationalChart"/>
    <dgm:cxn modelId="{3FDBD638-561B-41D5-B246-EDFCE2318E20}" type="presParOf" srcId="{583D52A7-3A02-4146-8C7F-B503E45BAFD1}" destId="{3D343A7D-E66E-44D2-B2F9-65DB3BCAA7CF}" srcOrd="0" destOrd="0" presId="urn:microsoft.com/office/officeart/2008/layout/NameandTitleOrganizationalChart"/>
    <dgm:cxn modelId="{7DC98560-CCD6-4A0B-8B1C-E22C4209522C}" type="presParOf" srcId="{3D343A7D-E66E-44D2-B2F9-65DB3BCAA7CF}" destId="{E3D2F140-B2DB-45BC-8524-85DC732487F8}" srcOrd="0" destOrd="0" presId="urn:microsoft.com/office/officeart/2008/layout/NameandTitleOrganizationalChart"/>
    <dgm:cxn modelId="{95275DD2-D122-4C7A-BFDA-A8AE4783FF01}" type="presParOf" srcId="{3D343A7D-E66E-44D2-B2F9-65DB3BCAA7CF}" destId="{D7F26ADD-BF38-4641-9E6E-CACCC585DC31}" srcOrd="1" destOrd="0" presId="urn:microsoft.com/office/officeart/2008/layout/NameandTitleOrganizationalChart"/>
    <dgm:cxn modelId="{DA362D1A-2B1A-4576-B9CA-71AADBFB7580}" type="presParOf" srcId="{3D343A7D-E66E-44D2-B2F9-65DB3BCAA7CF}" destId="{7F212041-37D0-4E7C-95EB-B2DF5F0DD162}" srcOrd="2" destOrd="0" presId="urn:microsoft.com/office/officeart/2008/layout/NameandTitleOrganizationalChart"/>
    <dgm:cxn modelId="{6CD7AABA-9BAD-42B4-B624-E62B3E577017}" type="presParOf" srcId="{583D52A7-3A02-4146-8C7F-B503E45BAFD1}" destId="{33078D1D-211E-4469-BA96-F41DC4F2C4F0}" srcOrd="1" destOrd="0" presId="urn:microsoft.com/office/officeart/2008/layout/NameandTitleOrganizationalChart"/>
    <dgm:cxn modelId="{E7FE4B0E-B9C6-46C8-BA9C-FEAD0200C796}" type="presParOf" srcId="{583D52A7-3A02-4146-8C7F-B503E45BAFD1}" destId="{DD0EE0EF-E91C-42FB-9975-55D845EEE547}" srcOrd="2" destOrd="0" presId="urn:microsoft.com/office/officeart/2008/layout/NameandTitleOrganizationalChart"/>
    <dgm:cxn modelId="{31EC00C9-FCAF-4E10-8214-2EF68A806855}" type="presParOf" srcId="{F45668A3-18F3-4CCD-A359-4D5D396AE9EC}" destId="{4CE404F4-3234-442C-80FE-6EE3B6131B89}" srcOrd="12" destOrd="0" presId="urn:microsoft.com/office/officeart/2008/layout/NameandTitleOrganizationalChart"/>
    <dgm:cxn modelId="{BA15DC70-F6DE-414C-8B7C-83B2728A3B7B}" type="presParOf" srcId="{F45668A3-18F3-4CCD-A359-4D5D396AE9EC}" destId="{6AECE4D6-6B50-4D3F-B628-AF138F302C70}" srcOrd="13" destOrd="0" presId="urn:microsoft.com/office/officeart/2008/layout/NameandTitleOrganizationalChart"/>
    <dgm:cxn modelId="{2E41F51E-5E7A-4411-AD15-300E9A2585D4}" type="presParOf" srcId="{6AECE4D6-6B50-4D3F-B628-AF138F302C70}" destId="{67A2FE83-A4D9-4CD2-924B-26156E21E3E7}" srcOrd="0" destOrd="0" presId="urn:microsoft.com/office/officeart/2008/layout/NameandTitleOrganizationalChart"/>
    <dgm:cxn modelId="{B8AF06CD-CEB1-470B-903F-F38015A10FC5}" type="presParOf" srcId="{67A2FE83-A4D9-4CD2-924B-26156E21E3E7}" destId="{432FC8BA-9030-4BCA-A5A2-CC67FFF60335}" srcOrd="0" destOrd="0" presId="urn:microsoft.com/office/officeart/2008/layout/NameandTitleOrganizationalChart"/>
    <dgm:cxn modelId="{3A51B716-D90D-4E29-B6C9-5A83ED36A3AE}" type="presParOf" srcId="{67A2FE83-A4D9-4CD2-924B-26156E21E3E7}" destId="{33AA15F2-A8AA-41D2-ADA3-AF3E7BB7E5B6}" srcOrd="1" destOrd="0" presId="urn:microsoft.com/office/officeart/2008/layout/NameandTitleOrganizationalChart"/>
    <dgm:cxn modelId="{B4B2C864-8863-4488-B08A-EB6BB1C0319F}" type="presParOf" srcId="{67A2FE83-A4D9-4CD2-924B-26156E21E3E7}" destId="{4739C29D-B5F9-4DA2-9F9D-5513D940EEFD}" srcOrd="2" destOrd="0" presId="urn:microsoft.com/office/officeart/2008/layout/NameandTitleOrganizationalChart"/>
    <dgm:cxn modelId="{E85951EF-EE54-4A8E-B54D-5B3106B0D621}" type="presParOf" srcId="{6AECE4D6-6B50-4D3F-B628-AF138F302C70}" destId="{E9BB7160-7F9D-4CC0-BC2D-E4D6BF4585FB}" srcOrd="1" destOrd="0" presId="urn:microsoft.com/office/officeart/2008/layout/NameandTitleOrganizationalChart"/>
    <dgm:cxn modelId="{D1C153BD-14AC-43D4-B61A-650B721578B5}" type="presParOf" srcId="{6AECE4D6-6B50-4D3F-B628-AF138F302C70}" destId="{0D6E0207-5BB7-4076-9C68-512D106B8761}" srcOrd="2" destOrd="0" presId="urn:microsoft.com/office/officeart/2008/layout/NameandTitleOrganizationalChart"/>
    <dgm:cxn modelId="{304D0B31-CBC2-48A4-B3B1-AB5FF1D53F40}" type="presParOf" srcId="{F45668A3-18F3-4CCD-A359-4D5D396AE9EC}" destId="{9A0CD575-4D14-492C-BB67-9006CF17CC4A}" srcOrd="14" destOrd="0" presId="urn:microsoft.com/office/officeart/2008/layout/NameandTitleOrganizationalChart"/>
    <dgm:cxn modelId="{72003BBC-098D-4FCE-818A-0D7717C00325}" type="presParOf" srcId="{F45668A3-18F3-4CCD-A359-4D5D396AE9EC}" destId="{89147BC5-080D-4C76-86F4-B6E610A14739}" srcOrd="15" destOrd="0" presId="urn:microsoft.com/office/officeart/2008/layout/NameandTitleOrganizationalChart"/>
    <dgm:cxn modelId="{9D6C1B9B-2208-4451-B2A6-27FCD5D669FB}" type="presParOf" srcId="{89147BC5-080D-4C76-86F4-B6E610A14739}" destId="{E7B30FAC-24A6-4804-A1D1-F968F791D87B}" srcOrd="0" destOrd="0" presId="urn:microsoft.com/office/officeart/2008/layout/NameandTitleOrganizationalChart"/>
    <dgm:cxn modelId="{A7E06F08-26FB-4702-A862-6541A1640A61}" type="presParOf" srcId="{E7B30FAC-24A6-4804-A1D1-F968F791D87B}" destId="{90F9AC63-8FDF-4EB2-8C40-B1DAEDFF7E16}" srcOrd="0" destOrd="0" presId="urn:microsoft.com/office/officeart/2008/layout/NameandTitleOrganizationalChart"/>
    <dgm:cxn modelId="{E2BAD5CF-1A9F-42CC-90EC-BEE703145678}" type="presParOf" srcId="{E7B30FAC-24A6-4804-A1D1-F968F791D87B}" destId="{717AB23C-A521-472B-8E27-34C1EFAC6B6C}" srcOrd="1" destOrd="0" presId="urn:microsoft.com/office/officeart/2008/layout/NameandTitleOrganizationalChart"/>
    <dgm:cxn modelId="{7B5F35D3-0764-4141-A0BB-98461F7CBDB5}" type="presParOf" srcId="{E7B30FAC-24A6-4804-A1D1-F968F791D87B}" destId="{BD3ABF4E-694C-4E1C-95A1-7858BAD4ABF2}" srcOrd="2" destOrd="0" presId="urn:microsoft.com/office/officeart/2008/layout/NameandTitleOrganizationalChart"/>
    <dgm:cxn modelId="{C47E12D0-4DB1-48BD-B5EA-A78CFF720AC0}" type="presParOf" srcId="{89147BC5-080D-4C76-86F4-B6E610A14739}" destId="{0101FC7C-19FB-4EC7-A220-FF4733FC252B}" srcOrd="1" destOrd="0" presId="urn:microsoft.com/office/officeart/2008/layout/NameandTitleOrganizationalChart"/>
    <dgm:cxn modelId="{98E22A3F-93D9-486F-9FA9-BC3A0F61ED48}" type="presParOf" srcId="{89147BC5-080D-4C76-86F4-B6E610A14739}" destId="{BAA3120E-F637-49D4-98AE-EB6D78519DF3}" srcOrd="2" destOrd="0" presId="urn:microsoft.com/office/officeart/2008/layout/NameandTitleOrganizationalChart"/>
    <dgm:cxn modelId="{D3108DE4-524F-4F9E-AC4A-F5413CB0E902}" type="presParOf" srcId="{68D9C525-913A-431E-9457-6445F94EE4D3}" destId="{3301F745-D507-4336-919F-03AC09D7900D}" srcOrd="2" destOrd="0" presId="urn:microsoft.com/office/officeart/2008/layout/NameandTitleOrganizationalChart"/>
    <dgm:cxn modelId="{C2E64926-9C98-4E78-8784-89E15B8FA732}" type="presParOf" srcId="{3301F745-D507-4336-919F-03AC09D7900D}" destId="{8ED08032-FB15-4D3D-91D5-3D1FB910ADD2}" srcOrd="0" destOrd="0" presId="urn:microsoft.com/office/officeart/2008/layout/NameandTitleOrganizationalChart"/>
    <dgm:cxn modelId="{C6D19D0F-4718-411C-AA23-FDAE0245B747}" type="presParOf" srcId="{3301F745-D507-4336-919F-03AC09D7900D}" destId="{2FDD22CE-5688-486B-8140-CC63B4C0BDCC}" srcOrd="1" destOrd="0" presId="urn:microsoft.com/office/officeart/2008/layout/NameandTitleOrganizationalChart"/>
    <dgm:cxn modelId="{37F73577-ED44-4748-9493-F97001464307}" type="presParOf" srcId="{2FDD22CE-5688-486B-8140-CC63B4C0BDCC}" destId="{46A6A4B3-BB17-4FCB-BDFB-36F88E5B3FDF}" srcOrd="0" destOrd="0" presId="urn:microsoft.com/office/officeart/2008/layout/NameandTitleOrganizationalChart"/>
    <dgm:cxn modelId="{40F8BA24-57DE-49B4-9DD9-79D05675A6CC}" type="presParOf" srcId="{46A6A4B3-BB17-4FCB-BDFB-36F88E5B3FDF}" destId="{E43AB622-D906-45B0-B580-22BAA28DF885}" srcOrd="0" destOrd="0" presId="urn:microsoft.com/office/officeart/2008/layout/NameandTitleOrganizationalChart"/>
    <dgm:cxn modelId="{914111B4-2862-4B85-9F97-D180A0202E24}" type="presParOf" srcId="{46A6A4B3-BB17-4FCB-BDFB-36F88E5B3FDF}" destId="{2A61A5D9-A4B7-41D7-ACC0-0CCBC330B7D1}" srcOrd="1" destOrd="0" presId="urn:microsoft.com/office/officeart/2008/layout/NameandTitleOrganizationalChart"/>
    <dgm:cxn modelId="{5D50609A-2433-4931-968A-A033DBC9E4F9}" type="presParOf" srcId="{46A6A4B3-BB17-4FCB-BDFB-36F88E5B3FDF}" destId="{85B8C075-11A0-4BCA-A9B7-B88415210043}" srcOrd="2" destOrd="0" presId="urn:microsoft.com/office/officeart/2008/layout/NameandTitleOrganizationalChart"/>
    <dgm:cxn modelId="{320F3FEE-3FDA-4A65-B2E5-BADDBB98710D}" type="presParOf" srcId="{2FDD22CE-5688-486B-8140-CC63B4C0BDCC}" destId="{D8E63E4E-619E-4D74-B17F-8C0E96AF81E4}" srcOrd="1" destOrd="0" presId="urn:microsoft.com/office/officeart/2008/layout/NameandTitleOrganizationalChart"/>
    <dgm:cxn modelId="{D61BF5F7-1A17-4773-800D-3628574CD3F7}" type="presParOf" srcId="{2FDD22CE-5688-486B-8140-CC63B4C0BDCC}" destId="{05C3CBD6-9517-4A43-9012-67FC523E1C90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08032-FB15-4D3D-91D5-3D1FB910ADD2}">
      <dsp:nvSpPr>
        <dsp:cNvPr id="0" name=""/>
        <dsp:cNvSpPr/>
      </dsp:nvSpPr>
      <dsp:spPr>
        <a:xfrm>
          <a:off x="4557780" y="457694"/>
          <a:ext cx="147134" cy="480681"/>
        </a:xfrm>
        <a:custGeom>
          <a:avLst/>
          <a:gdLst/>
          <a:ahLst/>
          <a:cxnLst/>
          <a:rect l="0" t="0" r="0" b="0"/>
          <a:pathLst>
            <a:path>
              <a:moveTo>
                <a:pt x="147134" y="0"/>
              </a:moveTo>
              <a:lnTo>
                <a:pt x="147134" y="480681"/>
              </a:lnTo>
              <a:lnTo>
                <a:pt x="0" y="48068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0CD575-4D14-492C-BB67-9006CF17CC4A}">
      <dsp:nvSpPr>
        <dsp:cNvPr id="0" name=""/>
        <dsp:cNvSpPr/>
      </dsp:nvSpPr>
      <dsp:spPr>
        <a:xfrm>
          <a:off x="4704915" y="457694"/>
          <a:ext cx="4055044" cy="9613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7297"/>
              </a:lnTo>
              <a:lnTo>
                <a:pt x="4055044" y="857297"/>
              </a:lnTo>
              <a:lnTo>
                <a:pt x="4055044" y="96136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E404F4-3234-442C-80FE-6EE3B6131B89}">
      <dsp:nvSpPr>
        <dsp:cNvPr id="0" name=""/>
        <dsp:cNvSpPr/>
      </dsp:nvSpPr>
      <dsp:spPr>
        <a:xfrm>
          <a:off x="4704915" y="457694"/>
          <a:ext cx="2899378" cy="9613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7297"/>
              </a:lnTo>
              <a:lnTo>
                <a:pt x="2899378" y="857297"/>
              </a:lnTo>
              <a:lnTo>
                <a:pt x="2899378" y="96136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63C4AA-CAD8-4476-94CF-71519E2AAFE5}">
      <dsp:nvSpPr>
        <dsp:cNvPr id="0" name=""/>
        <dsp:cNvSpPr/>
      </dsp:nvSpPr>
      <dsp:spPr>
        <a:xfrm>
          <a:off x="4704915" y="457694"/>
          <a:ext cx="1743711" cy="9613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7297"/>
              </a:lnTo>
              <a:lnTo>
                <a:pt x="1743711" y="857297"/>
              </a:lnTo>
              <a:lnTo>
                <a:pt x="1743711" y="96136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FF4D88-7905-4D50-A756-8DED93977EF2}">
      <dsp:nvSpPr>
        <dsp:cNvPr id="0" name=""/>
        <dsp:cNvSpPr/>
      </dsp:nvSpPr>
      <dsp:spPr>
        <a:xfrm>
          <a:off x="4704915" y="457694"/>
          <a:ext cx="441455" cy="9613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7297"/>
              </a:lnTo>
              <a:lnTo>
                <a:pt x="441455" y="857297"/>
              </a:lnTo>
              <a:lnTo>
                <a:pt x="441455" y="96136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9F1054-A51A-4E61-BB0F-4A0051FA5B05}">
      <dsp:nvSpPr>
        <dsp:cNvPr id="0" name=""/>
        <dsp:cNvSpPr/>
      </dsp:nvSpPr>
      <dsp:spPr>
        <a:xfrm>
          <a:off x="3990705" y="457694"/>
          <a:ext cx="714210" cy="961362"/>
        </a:xfrm>
        <a:custGeom>
          <a:avLst/>
          <a:gdLst/>
          <a:ahLst/>
          <a:cxnLst/>
          <a:rect l="0" t="0" r="0" b="0"/>
          <a:pathLst>
            <a:path>
              <a:moveTo>
                <a:pt x="714210" y="0"/>
              </a:moveTo>
              <a:lnTo>
                <a:pt x="714210" y="857297"/>
              </a:lnTo>
              <a:lnTo>
                <a:pt x="0" y="857297"/>
              </a:lnTo>
              <a:lnTo>
                <a:pt x="0" y="96136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A56E0F-4536-4BBF-ACFB-8E2D0318F85A}">
      <dsp:nvSpPr>
        <dsp:cNvPr id="0" name=""/>
        <dsp:cNvSpPr/>
      </dsp:nvSpPr>
      <dsp:spPr>
        <a:xfrm>
          <a:off x="2835038" y="457694"/>
          <a:ext cx="1869877" cy="961362"/>
        </a:xfrm>
        <a:custGeom>
          <a:avLst/>
          <a:gdLst/>
          <a:ahLst/>
          <a:cxnLst/>
          <a:rect l="0" t="0" r="0" b="0"/>
          <a:pathLst>
            <a:path>
              <a:moveTo>
                <a:pt x="1869877" y="0"/>
              </a:moveTo>
              <a:lnTo>
                <a:pt x="1869877" y="857297"/>
              </a:lnTo>
              <a:lnTo>
                <a:pt x="0" y="857297"/>
              </a:lnTo>
              <a:lnTo>
                <a:pt x="0" y="96136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C32FBB-50B2-4462-A07A-1F811946822C}">
      <dsp:nvSpPr>
        <dsp:cNvPr id="0" name=""/>
        <dsp:cNvSpPr/>
      </dsp:nvSpPr>
      <dsp:spPr>
        <a:xfrm>
          <a:off x="1679372" y="457694"/>
          <a:ext cx="3025543" cy="961362"/>
        </a:xfrm>
        <a:custGeom>
          <a:avLst/>
          <a:gdLst/>
          <a:ahLst/>
          <a:cxnLst/>
          <a:rect l="0" t="0" r="0" b="0"/>
          <a:pathLst>
            <a:path>
              <a:moveTo>
                <a:pt x="3025543" y="0"/>
              </a:moveTo>
              <a:lnTo>
                <a:pt x="3025543" y="857297"/>
              </a:lnTo>
              <a:lnTo>
                <a:pt x="0" y="857297"/>
              </a:lnTo>
              <a:lnTo>
                <a:pt x="0" y="96136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99CD50-7310-4CD5-9226-7381D2008E81}">
      <dsp:nvSpPr>
        <dsp:cNvPr id="0" name=""/>
        <dsp:cNvSpPr/>
      </dsp:nvSpPr>
      <dsp:spPr>
        <a:xfrm>
          <a:off x="523705" y="457694"/>
          <a:ext cx="4181209" cy="961362"/>
        </a:xfrm>
        <a:custGeom>
          <a:avLst/>
          <a:gdLst/>
          <a:ahLst/>
          <a:cxnLst/>
          <a:rect l="0" t="0" r="0" b="0"/>
          <a:pathLst>
            <a:path>
              <a:moveTo>
                <a:pt x="4181209" y="0"/>
              </a:moveTo>
              <a:lnTo>
                <a:pt x="4181209" y="857297"/>
              </a:lnTo>
              <a:lnTo>
                <a:pt x="0" y="857297"/>
              </a:lnTo>
              <a:lnTo>
                <a:pt x="0" y="96136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F3CB88-A4A4-4DE7-92AB-BEFE642A3AED}">
      <dsp:nvSpPr>
        <dsp:cNvPr id="0" name=""/>
        <dsp:cNvSpPr/>
      </dsp:nvSpPr>
      <dsp:spPr>
        <a:xfrm>
          <a:off x="4274217" y="11701"/>
          <a:ext cx="861396" cy="4459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6293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TRƯỞNG BAN</a:t>
          </a:r>
        </a:p>
      </dsp:txBody>
      <dsp:txXfrm>
        <a:off x="4274217" y="11701"/>
        <a:ext cx="861396" cy="445993"/>
      </dsp:txXfrm>
    </dsp:sp>
    <dsp:sp modelId="{EABCCC9A-5527-4032-A2CA-6150D2FA6AAF}">
      <dsp:nvSpPr>
        <dsp:cNvPr id="0" name=""/>
        <dsp:cNvSpPr/>
      </dsp:nvSpPr>
      <dsp:spPr>
        <a:xfrm>
          <a:off x="4446496" y="358585"/>
          <a:ext cx="775257" cy="14866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1" kern="1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Tổng</a:t>
          </a:r>
          <a:r>
            <a:rPr lang="en-US" sz="9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GĐ</a:t>
          </a:r>
        </a:p>
      </dsp:txBody>
      <dsp:txXfrm>
        <a:off x="4446496" y="358585"/>
        <a:ext cx="775257" cy="148664"/>
      </dsp:txXfrm>
    </dsp:sp>
    <dsp:sp modelId="{372298EC-373A-44E7-9C7F-FE98B8D66162}">
      <dsp:nvSpPr>
        <dsp:cNvPr id="0" name=""/>
        <dsp:cNvSpPr/>
      </dsp:nvSpPr>
      <dsp:spPr>
        <a:xfrm>
          <a:off x="93007" y="1419057"/>
          <a:ext cx="861396" cy="4459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6293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Sản xuất</a:t>
          </a:r>
          <a:endParaRPr lang="en-US" sz="1300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93007" y="1419057"/>
        <a:ext cx="861396" cy="445993"/>
      </dsp:txXfrm>
    </dsp:sp>
    <dsp:sp modelId="{4ADEA49F-58F6-4180-A0BB-B7055AF4C39A}">
      <dsp:nvSpPr>
        <dsp:cNvPr id="0" name=""/>
        <dsp:cNvSpPr/>
      </dsp:nvSpPr>
      <dsp:spPr>
        <a:xfrm>
          <a:off x="265286" y="1765940"/>
          <a:ext cx="775257" cy="14866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</a:t>
          </a:r>
          <a:r>
            <a:rPr lang="en-US" sz="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BP </a:t>
          </a:r>
          <a:r>
            <a:rPr lang="en-US" sz="800" kern="1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Sản</a:t>
          </a:r>
          <a:r>
            <a:rPr lang="en-US" sz="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US" sz="800" kern="1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xuất</a:t>
          </a:r>
          <a:endParaRPr lang="en-US" sz="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65286" y="1765940"/>
        <a:ext cx="775257" cy="148664"/>
      </dsp:txXfrm>
    </dsp:sp>
    <dsp:sp modelId="{ED96F1FD-71F6-41E3-9FBA-B382FC99B6E8}">
      <dsp:nvSpPr>
        <dsp:cNvPr id="0" name=""/>
        <dsp:cNvSpPr/>
      </dsp:nvSpPr>
      <dsp:spPr>
        <a:xfrm>
          <a:off x="1248673" y="1419057"/>
          <a:ext cx="861396" cy="445993"/>
        </a:xfrm>
        <a:prstGeom prst="rect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6293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Khuôn</a:t>
          </a:r>
        </a:p>
      </dsp:txBody>
      <dsp:txXfrm>
        <a:off x="1248673" y="1419057"/>
        <a:ext cx="861396" cy="445993"/>
      </dsp:txXfrm>
    </dsp:sp>
    <dsp:sp modelId="{78FE7CB1-FBF3-4EDA-B890-9B125113DB5D}">
      <dsp:nvSpPr>
        <dsp:cNvPr id="0" name=""/>
        <dsp:cNvSpPr/>
      </dsp:nvSpPr>
      <dsp:spPr>
        <a:xfrm>
          <a:off x="1420953" y="1765940"/>
          <a:ext cx="775257" cy="14866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07909"/>
              <a:satOff val="-11990"/>
              <a:lumOff val="12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lvl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/>
            <a:t>TP BP Khuôn</a:t>
          </a:r>
        </a:p>
      </dsp:txBody>
      <dsp:txXfrm>
        <a:off x="1420953" y="1765940"/>
        <a:ext cx="775257" cy="148664"/>
      </dsp:txXfrm>
    </dsp:sp>
    <dsp:sp modelId="{2C8EA462-A4C1-4A47-9A43-79C4D3146AC4}">
      <dsp:nvSpPr>
        <dsp:cNvPr id="0" name=""/>
        <dsp:cNvSpPr/>
      </dsp:nvSpPr>
      <dsp:spPr>
        <a:xfrm>
          <a:off x="2404340" y="1419057"/>
          <a:ext cx="861396" cy="445993"/>
        </a:xfrm>
        <a:prstGeom prst="rect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6293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KHSX &amp; Kho NVL</a:t>
          </a:r>
          <a:endParaRPr lang="en-US" sz="1300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404340" y="1419057"/>
        <a:ext cx="861396" cy="445993"/>
      </dsp:txXfrm>
    </dsp:sp>
    <dsp:sp modelId="{5C64B295-F5E6-4EB3-88E9-6EA2F0890769}">
      <dsp:nvSpPr>
        <dsp:cNvPr id="0" name=""/>
        <dsp:cNvSpPr/>
      </dsp:nvSpPr>
      <dsp:spPr>
        <a:xfrm>
          <a:off x="2576619" y="1765940"/>
          <a:ext cx="775257" cy="14866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15818"/>
              <a:satOff val="-23979"/>
              <a:lumOff val="24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</a:t>
          </a:r>
          <a:r>
            <a:rPr lang="en-US" sz="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BP </a:t>
          </a:r>
          <a:r>
            <a:rPr lang="en-US" sz="800" kern="1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Kế</a:t>
          </a:r>
          <a:r>
            <a:rPr lang="en-US" sz="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US" sz="800" kern="1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hoạch</a:t>
          </a:r>
          <a:endParaRPr lang="en-US" sz="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576619" y="1765940"/>
        <a:ext cx="775257" cy="148664"/>
      </dsp:txXfrm>
    </dsp:sp>
    <dsp:sp modelId="{01C22488-D63B-48E2-8420-BB40AB139055}">
      <dsp:nvSpPr>
        <dsp:cNvPr id="0" name=""/>
        <dsp:cNvSpPr/>
      </dsp:nvSpPr>
      <dsp:spPr>
        <a:xfrm>
          <a:off x="3560006" y="1419057"/>
          <a:ext cx="861396" cy="445993"/>
        </a:xfrm>
        <a:prstGeom prst="rect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6293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HR_GA</a:t>
          </a:r>
          <a:endParaRPr lang="en-US" sz="1300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560006" y="1419057"/>
        <a:ext cx="861396" cy="445993"/>
      </dsp:txXfrm>
    </dsp:sp>
    <dsp:sp modelId="{2C696EFB-3E76-4303-ABE7-FEF7DD38AF5A}">
      <dsp:nvSpPr>
        <dsp:cNvPr id="0" name=""/>
        <dsp:cNvSpPr/>
      </dsp:nvSpPr>
      <dsp:spPr>
        <a:xfrm>
          <a:off x="3732286" y="1765940"/>
          <a:ext cx="775257" cy="14866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623727"/>
              <a:satOff val="-35969"/>
              <a:lumOff val="369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</a:t>
          </a:r>
          <a:r>
            <a:rPr lang="en-US" sz="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BP </a:t>
          </a:r>
          <a:r>
            <a:rPr lang="en-US" sz="800" kern="1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Nhân</a:t>
          </a:r>
          <a:r>
            <a:rPr lang="en-US" sz="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US" sz="800" kern="1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sự</a:t>
          </a:r>
          <a:endParaRPr lang="en-US" sz="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732286" y="1765940"/>
        <a:ext cx="775257" cy="148664"/>
      </dsp:txXfrm>
    </dsp:sp>
    <dsp:sp modelId="{B937BEAA-4F74-44A5-9028-7E40041EC3C6}">
      <dsp:nvSpPr>
        <dsp:cNvPr id="0" name=""/>
        <dsp:cNvSpPr/>
      </dsp:nvSpPr>
      <dsp:spPr>
        <a:xfrm>
          <a:off x="4715673" y="1419057"/>
          <a:ext cx="861396" cy="445993"/>
        </a:xfrm>
        <a:prstGeom prst="rect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6293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Chất lượng</a:t>
          </a:r>
          <a:endParaRPr lang="en-US" sz="1300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715673" y="1419057"/>
        <a:ext cx="861396" cy="445993"/>
      </dsp:txXfrm>
    </dsp:sp>
    <dsp:sp modelId="{089AFED7-B523-4D5C-91C7-561E2A1CAF79}">
      <dsp:nvSpPr>
        <dsp:cNvPr id="0" name=""/>
        <dsp:cNvSpPr/>
      </dsp:nvSpPr>
      <dsp:spPr>
        <a:xfrm>
          <a:off x="4741363" y="1751620"/>
          <a:ext cx="1068435" cy="17730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831636"/>
              <a:satOff val="-47959"/>
              <a:lumOff val="49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</a:t>
          </a:r>
          <a:r>
            <a:rPr lang="en-US" sz="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BP </a:t>
          </a:r>
          <a:r>
            <a:rPr lang="en-US" sz="800" kern="1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Chất</a:t>
          </a:r>
          <a:r>
            <a:rPr lang="en-US" sz="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US" sz="800" kern="1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lượng</a:t>
          </a:r>
          <a:endParaRPr lang="en-US" sz="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4741363" y="1751620"/>
        <a:ext cx="1068435" cy="177304"/>
      </dsp:txXfrm>
    </dsp:sp>
    <dsp:sp modelId="{E3D2F140-B2DB-45BC-8524-85DC732487F8}">
      <dsp:nvSpPr>
        <dsp:cNvPr id="0" name=""/>
        <dsp:cNvSpPr/>
      </dsp:nvSpPr>
      <dsp:spPr>
        <a:xfrm>
          <a:off x="6017929" y="1419057"/>
          <a:ext cx="861396" cy="445993"/>
        </a:xfrm>
        <a:prstGeom prst="rect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6293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Kinh doanh &amp; Kho TP</a:t>
          </a:r>
          <a:endParaRPr lang="en-US" sz="1300" kern="1200" dirty="0">
            <a:solidFill>
              <a:schemeClr val="tx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6017929" y="1419057"/>
        <a:ext cx="861396" cy="445993"/>
      </dsp:txXfrm>
    </dsp:sp>
    <dsp:sp modelId="{D7F26ADD-BF38-4641-9E6E-CACCC585DC31}">
      <dsp:nvSpPr>
        <dsp:cNvPr id="0" name=""/>
        <dsp:cNvSpPr/>
      </dsp:nvSpPr>
      <dsp:spPr>
        <a:xfrm>
          <a:off x="6190208" y="1765940"/>
          <a:ext cx="775257" cy="14866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039545"/>
              <a:satOff val="-59949"/>
              <a:lumOff val="61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BP Kinh doanh </a:t>
          </a:r>
          <a:endParaRPr lang="en-US" sz="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6190208" y="1765940"/>
        <a:ext cx="775257" cy="148664"/>
      </dsp:txXfrm>
    </dsp:sp>
    <dsp:sp modelId="{432FC8BA-9030-4BCA-A5A2-CC67FFF60335}">
      <dsp:nvSpPr>
        <dsp:cNvPr id="0" name=""/>
        <dsp:cNvSpPr/>
      </dsp:nvSpPr>
      <dsp:spPr>
        <a:xfrm>
          <a:off x="7173595" y="1419057"/>
          <a:ext cx="861396" cy="445993"/>
        </a:xfrm>
        <a:prstGeom prst="rect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6293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Phát triển </a:t>
          </a:r>
        </a:p>
      </dsp:txBody>
      <dsp:txXfrm>
        <a:off x="7173595" y="1419057"/>
        <a:ext cx="861396" cy="445993"/>
      </dsp:txXfrm>
    </dsp:sp>
    <dsp:sp modelId="{33AA15F2-A8AA-41D2-ADA3-AF3E7BB7E5B6}">
      <dsp:nvSpPr>
        <dsp:cNvPr id="0" name=""/>
        <dsp:cNvSpPr/>
      </dsp:nvSpPr>
      <dsp:spPr>
        <a:xfrm>
          <a:off x="7345874" y="1765940"/>
          <a:ext cx="775257" cy="14866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247454"/>
              <a:satOff val="-71938"/>
              <a:lumOff val="73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/>
            <a:t>TP BP phát triển</a:t>
          </a:r>
        </a:p>
      </dsp:txBody>
      <dsp:txXfrm>
        <a:off x="7345874" y="1765940"/>
        <a:ext cx="775257" cy="148664"/>
      </dsp:txXfrm>
    </dsp:sp>
    <dsp:sp modelId="{90F9AC63-8FDF-4EB2-8C40-B1DAEDFF7E16}">
      <dsp:nvSpPr>
        <dsp:cNvPr id="0" name=""/>
        <dsp:cNvSpPr/>
      </dsp:nvSpPr>
      <dsp:spPr>
        <a:xfrm>
          <a:off x="8329261" y="1419057"/>
          <a:ext cx="861396" cy="44599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6293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PUR</a:t>
          </a:r>
        </a:p>
      </dsp:txBody>
      <dsp:txXfrm>
        <a:off x="8329261" y="1419057"/>
        <a:ext cx="861396" cy="445993"/>
      </dsp:txXfrm>
    </dsp:sp>
    <dsp:sp modelId="{717AB23C-A521-472B-8E27-34C1EFAC6B6C}">
      <dsp:nvSpPr>
        <dsp:cNvPr id="0" name=""/>
        <dsp:cNvSpPr/>
      </dsp:nvSpPr>
      <dsp:spPr>
        <a:xfrm>
          <a:off x="8375375" y="1737531"/>
          <a:ext cx="1027587" cy="20548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</a:t>
          </a:r>
          <a:r>
            <a:rPr lang="en-US" sz="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BP </a:t>
          </a:r>
          <a:r>
            <a:rPr lang="en-US" sz="800" kern="1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Mua</a:t>
          </a:r>
          <a:r>
            <a:rPr lang="en-US" sz="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r>
            <a:rPr lang="en-US" sz="800" kern="1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hàng</a:t>
          </a:r>
          <a:endParaRPr lang="en-US" sz="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8375375" y="1737531"/>
        <a:ext cx="1027587" cy="205482"/>
      </dsp:txXfrm>
    </dsp:sp>
    <dsp:sp modelId="{E43AB622-D906-45B0-B580-22BAA28DF885}">
      <dsp:nvSpPr>
        <dsp:cNvPr id="0" name=""/>
        <dsp:cNvSpPr/>
      </dsp:nvSpPr>
      <dsp:spPr>
        <a:xfrm>
          <a:off x="3696384" y="715379"/>
          <a:ext cx="861396" cy="4459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6293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PHÓ BAN</a:t>
          </a:r>
        </a:p>
      </dsp:txBody>
      <dsp:txXfrm>
        <a:off x="3696384" y="715379"/>
        <a:ext cx="861396" cy="445993"/>
      </dsp:txXfrm>
    </dsp:sp>
    <dsp:sp modelId="{2A61A5D9-A4B7-41D7-ACC0-0CCBC330B7D1}">
      <dsp:nvSpPr>
        <dsp:cNvPr id="0" name=""/>
        <dsp:cNvSpPr/>
      </dsp:nvSpPr>
      <dsp:spPr>
        <a:xfrm>
          <a:off x="3868663" y="1036805"/>
          <a:ext cx="775257" cy="14866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lvl="0" algn="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TP Chất lượng</a:t>
          </a:r>
          <a:endParaRPr lang="en-US" sz="800" b="1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868663" y="1036805"/>
        <a:ext cx="775257" cy="1486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3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fld id="{387FA533-D48E-4D8D-9C17-E7634A41E9DB}" type="datetimeFigureOut">
              <a:rPr lang="en-US" smtClean="0"/>
              <a:t>17/5/2022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3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fld id="{D5566777-FCCC-405B-A66A-FE14B64B9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48628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fld id="{A34B42AE-94AC-48BD-8886-071E61A0CCE3}" type="datetimeFigureOut">
              <a:rPr lang="en-US" smtClean="0"/>
              <a:t>17/5/2022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fld id="{66291075-4FFF-408C-A0A2-B0F5243AA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6837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7CF34428-6F66-41B2-9CAC-AC547DF0405E}" type="datetime1">
              <a:rPr lang="en-US" smtClean="0"/>
              <a:t>17/5/2022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291075-4FFF-408C-A0A2-B0F5243AA6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2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22275" y="1241425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altLang="en-US" smtClean="0">
              <a:latin typeface="Calibri" pitchFamily="34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1910" indent="-285350">
              <a:defRPr sz="1000" b="1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1400" indent="-228280">
              <a:defRPr sz="1000" b="1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597960" indent="-228280">
              <a:defRPr sz="1000" b="1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4520" indent="-228280">
              <a:defRPr sz="1000" b="1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1080" indent="-22828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67639" indent="-22828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4199" indent="-22828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0759" indent="-22828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fld id="{777FE5CD-24D4-4728-864F-22D76BD4A8E3}" type="slidenum">
              <a:rPr lang="en-US" altLang="en-US" sz="1200" b="0">
                <a:latin typeface="Calibri" pitchFamily="34" charset="0"/>
              </a:rPr>
              <a:pPr/>
              <a:t>3</a:t>
            </a:fld>
            <a:endParaRPr lang="en-US" altLang="en-US" sz="1200" b="0">
              <a:latin typeface="Calibri" pitchFamily="34" charset="0"/>
            </a:endParaRPr>
          </a:p>
        </p:txBody>
      </p:sp>
      <p:sp>
        <p:nvSpPr>
          <p:cNvPr id="4101" name="Header Placeholder 4"/>
          <p:cNvSpPr>
            <a:spLocks noGrp="1"/>
          </p:cNvSpPr>
          <p:nvPr>
            <p:ph type="hdr" sz="quarter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E3CBB-A762-4A99-93B0-1FF696E8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09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ISO 03.01.02 Ngày ban hành 05/01/2020</a:t>
            </a:r>
          </a:p>
        </p:txBody>
      </p:sp>
    </p:spTree>
    <p:extLst>
      <p:ext uri="{BB962C8B-B14F-4D97-AF65-F5344CB8AC3E}">
        <p14:creationId xmlns:p14="http://schemas.microsoft.com/office/powerpoint/2010/main" val="1829779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E3CBB-A762-4A99-93B0-1FF696E8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06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E3CBB-A762-4A99-93B0-1FF696E8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7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E3CBB-A762-4A99-93B0-1FF696E8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36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E3CBB-A762-4A99-93B0-1FF696E8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09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E3CBB-A762-4A99-93B0-1FF696E8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84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E3CBB-A762-4A99-93B0-1FF696E8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8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E3CBB-A762-4A99-93B0-1FF696E8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03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E3CBB-A762-4A99-93B0-1FF696E8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4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E3CBB-A762-4A99-93B0-1FF696E8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54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E3CBB-A762-4A99-93B0-1FF696E8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6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758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6F2-9F6A-4AE9-8755-EBA53964D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190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6F2-9F6A-4AE9-8755-EBA53964D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2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6F2-9F6A-4AE9-8755-EBA53964D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65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6F2-9F6A-4AE9-8755-EBA53964D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398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6F2-9F6A-4AE9-8755-EBA53964D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245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6F2-9F6A-4AE9-8755-EBA53964D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642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6F2-9F6A-4AE9-8755-EBA53964D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859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6F2-9F6A-4AE9-8755-EBA53964D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79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6F2-9F6A-4AE9-8755-EBA53964D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42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6F2-9F6A-4AE9-8755-EBA53964D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293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26F2-9F6A-4AE9-8755-EBA53964D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9546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A227-D925-4979-A0C4-B5509FF9C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671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A227-D925-4979-A0C4-B5509FF9C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1086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A227-D925-4979-A0C4-B5509FF9C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36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A227-D925-4979-A0C4-B5509FF9C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9526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A227-D925-4979-A0C4-B5509FF9C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565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A227-D925-4979-A0C4-B5509FF9C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778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A227-D925-4979-A0C4-B5509FF9C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252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A227-D925-4979-A0C4-B5509FF9C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771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A227-D925-4979-A0C4-B5509FF9C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297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A227-D925-4979-A0C4-B5509FF9C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909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BA227-D925-4979-A0C4-B5509FF9C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3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E3CBB-A762-4A99-93B0-1FF696E8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6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2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85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E26F2-9F6A-4AE9-8755-EBA53964DD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48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ISO 03.01.02 Ngày ban hành: 05/01/2020</a:t>
            </a:r>
          </a:p>
        </p:txBody>
      </p:sp>
    </p:spTree>
    <p:extLst>
      <p:ext uri="{BB962C8B-B14F-4D97-AF65-F5344CB8AC3E}">
        <p14:creationId xmlns:p14="http://schemas.microsoft.com/office/powerpoint/2010/main" val="250355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3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1%20-%20BAN%20LANH%20DAO/6-%20QT%20XU%20LY%20SU%20KHONG%20PHU%20HOP/XV-QT-03%20(01-1.10.2017)_QT%20XU%20LY%20SU%20KHONG%20PHU%20HOP.doc" TargetMode="External"/><Relationship Id="rId13" Type="http://schemas.openxmlformats.org/officeDocument/2006/relationships/hyperlink" Target="3%20-%20KINH%20DOANH/1-%20QT%20BAN%20HANG/KD-QT-01%20(02-01.10.17)_QT%20BAN%20HANG.doc" TargetMode="External"/><Relationship Id="rId18" Type="http://schemas.openxmlformats.org/officeDocument/2006/relationships/hyperlink" Target="5%20-%20THIET%20KE/1-%20QT%20THIET%20KE%20KY%20THUAT/TK-QT-01%20(00-01.10.2014)_QT%20THIET%20KE%20KY%20THUAT.doc" TargetMode="External"/><Relationship Id="rId26" Type="http://schemas.openxmlformats.org/officeDocument/2006/relationships/hyperlink" Target="1%20-%20BAN%20LANH%20DAO/4-%20QT%20DIEU%20HANH/XV-QT-01%20(01-1.10.2017)_QT%20DIEU%20HANH.doc" TargetMode="External"/><Relationship Id="rId3" Type="http://schemas.openxmlformats.org/officeDocument/2006/relationships/hyperlink" Target="1%20-%20BAN%20LANH%20DAO/5-%20QT%20DANH%20GIA%20NOI%20BO/XV-QT-02%20(01-1.10.2017)_QT%20DANH%20GIA%20NOI%20BO.doc" TargetMode="External"/><Relationship Id="rId21" Type="http://schemas.openxmlformats.org/officeDocument/2006/relationships/hyperlink" Target="7%20-%20KHO/1-%20QT%20QUAN%20LY%20KHO/KHO-QT-01%20(00-01.10.2014)_QT%20QUAN%20LY%20KHO.doc" TargetMode="External"/><Relationship Id="rId7" Type="http://schemas.openxmlformats.org/officeDocument/2006/relationships/hyperlink" Target="../CS%20Binh%20Long%2031%204%202010/BAN%20LANH%20DAO/15-BRC-PR-13(QUI%20TRINH%20HOAT%20DONG%20KHAC%20PHUC%20PHONG%20NGUA)/BRC-PR-13(qt%20khac%20phuc%20phong%20ngua).doc" TargetMode="External"/><Relationship Id="rId12" Type="http://schemas.openxmlformats.org/officeDocument/2006/relationships/hyperlink" Target="1%20-%20BAN%20LANH%20DAO/10-%20QUY%20DINH%20TRAO%20DOI%20THONG%20TIN/QUY%20DINH%20TRAO%20DOI%20THONG%20TIN.doc" TargetMode="External"/><Relationship Id="rId17" Type="http://schemas.openxmlformats.org/officeDocument/2006/relationships/hyperlink" Target="5%20-%20THIET%20KE/2-%20QT%20THIET%20KE%20Y%20TUONG/TK-QT-02%20(00-01.10.2014)_QT%20TK%20Y%20TUONG.doc" TargetMode="External"/><Relationship Id="rId25" Type="http://schemas.openxmlformats.org/officeDocument/2006/relationships/hyperlink" Target="1%20-%20BAN%20LANH%20DAO/2-%20MUC%20TIEU%20CHAT%20LUONG/Muc%20tieu%202017.docx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4%20-%20THU%20MUA/1-%20QUY%20TRINH%20MUA%20HANG/QUY%20TRINH%20MUA%20HANG.doc" TargetMode="External"/><Relationship Id="rId20" Type="http://schemas.openxmlformats.org/officeDocument/2006/relationships/hyperlink" Target="6%20-%20DU%20AN%20THI%20CONG/4-QUY%20DINH%20LUU%20GIU%20BAN%20VE,%20TAI%20SAN%20KHACH%20HANG/QT-04%20BAN%20VE,%20TAI%20SAN%20KHACH%20HANG.doc" TargetMode="External"/><Relationship Id="rId29" Type="http://schemas.openxmlformats.org/officeDocument/2006/relationships/hyperlink" Target="1%20-%20BAN%20LANH%20DAO/9-%20QT%20QUAN%20LY%20THAY%20DOI/QT06-%20Quy%20trinh%20quan%20ly%20thay%20doi.doc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1%20-%20BAN%20LANH%20DAO/7-%20QT%20KHAC%20PHUC%20-%20CAI%20TIEN/XV-QT-04%20(01-01.10.2017)_QT%20KHAC%20PHUC%20-%20CAI%20TIEN.doc" TargetMode="External"/><Relationship Id="rId11" Type="http://schemas.openxmlformats.org/officeDocument/2006/relationships/hyperlink" Target="../CS%20Binh%20Long%2031%204%202010/BAN%20LANH%20DAO/7-BRC-PR-05(QUAN%20LY%20NHAN%20LUC)/BRC-PR-5.doc" TargetMode="External"/><Relationship Id="rId24" Type="http://schemas.openxmlformats.org/officeDocument/2006/relationships/hyperlink" Target="1%20-%20BAN%20LANH%20DAO/1-%20CHINH%20SACH%20CHAT%20LUONG/XV-CHINH%20SACH%20CHAT%20LUONG%202017.doc" TargetMode="External"/><Relationship Id="rId32" Type="http://schemas.openxmlformats.org/officeDocument/2006/relationships/image" Target="../media/image4.png"/><Relationship Id="rId5" Type="http://schemas.openxmlformats.org/officeDocument/2006/relationships/hyperlink" Target="3%20-%20KINH%20DOANH/3-%20QT%20DANH%20GIA%20SU%20THOA%20MAN%20KH/KD-QT-04%20(01-01.10.2017)_QT%20DANH%20GIA%20SU%20HAI%20LONG%20CUA%20KH.doc" TargetMode="External"/><Relationship Id="rId15" Type="http://schemas.openxmlformats.org/officeDocument/2006/relationships/hyperlink" Target="6%20-%20DU%20AN%20THI%20CONG/1-QT%20QUAN%20LY%20THI%20CONG/Quy%20trinh%20quan%20ly%20thi%20cong.doc" TargetMode="External"/><Relationship Id="rId23" Type="http://schemas.openxmlformats.org/officeDocument/2006/relationships/hyperlink" Target="1%20-%20BAN%20LANH%20DAO/3-%20SO%20DO%20TO%20CHUC/XV-SDTC%20(01-1.12.2015).docx" TargetMode="External"/><Relationship Id="rId28" Type="http://schemas.openxmlformats.org/officeDocument/2006/relationships/hyperlink" Target="2%20-%20HANH%20CHINH%20NHAN%20SU/2%20-%20QT%20KIEM%20SOAT%20HO%20SO/HCNS-QT-02%20(01-01.10.2017)_QT%20KIEM%20SOAT%20HO%20SO.doc" TargetMode="External"/><Relationship Id="rId10" Type="http://schemas.openxmlformats.org/officeDocument/2006/relationships/hyperlink" Target="2%20-%20HANH%20CHINH%20NHAN%20SU/3%20-%20QT%20TUYEN%20DUNG/HCNS-QT-03%20(01-01.10.2017)_QT%20TUYEN%20DUNG.doc" TargetMode="External"/><Relationship Id="rId19" Type="http://schemas.openxmlformats.org/officeDocument/2006/relationships/hyperlink" Target="5%20-%20THIET%20KE/3-%20QT%20LAP%20DU%20AN/TK-QT-03%20(00-01.10.2014)_Quy%20trinh%20lap%20du%20an.doc" TargetMode="External"/><Relationship Id="rId31" Type="http://schemas.openxmlformats.org/officeDocument/2006/relationships/hyperlink" Target="6%20-%20DU%20AN%20THI%20CONG/3-QT%20DU%20THAU/Quy%20trinh%20du%20thau.doc" TargetMode="External"/><Relationship Id="rId4" Type="http://schemas.openxmlformats.org/officeDocument/2006/relationships/hyperlink" Target="3%20-%20KINH%20DOANH/2-%20QT%20XU%20LY%20KHIEU%20NAI%20KH/KD-QT-03%20(01-1.10.2017)_QT%20XU%20LY%20KHIEU%20NAI.doc" TargetMode="External"/><Relationship Id="rId9" Type="http://schemas.openxmlformats.org/officeDocument/2006/relationships/hyperlink" Target="2%20-%20HANH%20CHINH%20NHAN%20SU/5%20-%20QUAN%20LY%20THIET%20BI%20VP/HCNS-QT-05-M01%20(00-01.10.2014)_T.hop%20th.doi%20bao%20duong%20TB.doc" TargetMode="External"/><Relationship Id="rId14" Type="http://schemas.openxmlformats.org/officeDocument/2006/relationships/hyperlink" Target="2%20-%20HANH%20CHINH%20NHAN%20SU/4%20-%20QT%20DAO%20TAO/HCNS-QT-04%20(01-01.10.2017)_QT%20DAO%20TAO.doc" TargetMode="External"/><Relationship Id="rId22" Type="http://schemas.openxmlformats.org/officeDocument/2006/relationships/slide" Target="slide3.xml"/><Relationship Id="rId27" Type="http://schemas.openxmlformats.org/officeDocument/2006/relationships/hyperlink" Target="2%20-%20HANH%20CHINH%20NHAN%20SU/1%20-%20QT%20KIEM%20SOAT%20TAI%20LIEU/HCNS-QT-01%20(01-01.10.2017)_QT%20KIEM%20SOAT%20TAI%20LIEU.doc" TargetMode="External"/><Relationship Id="rId30" Type="http://schemas.openxmlformats.org/officeDocument/2006/relationships/hyperlink" Target="6%20-%20DU%20AN%20THI%20CONG/2-QT%20HIEU%20CHUAN%20THIET%20BI%20DO/Quy%20trinh%20hieu%20chuan%20thiet%20bi%20do.do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3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Sơ đồ tổ chức hệ thống quản lý chất lượng </a:t>
            </a:r>
            <a:r>
              <a:rPr lang="en-US" altLang="en-US" sz="32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32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en-US" sz="32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altLang="en-US" sz="3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QMS</a:t>
            </a:r>
            <a:r>
              <a:rPr lang="en-US" altLang="en-US" sz="32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br>
              <a:rPr lang="en-US" altLang="en-US" sz="32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en-US" sz="32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Cty </a:t>
            </a:r>
            <a:r>
              <a:rPr lang="en-US" altLang="en-US" sz="3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M&amp;C Electronics </a:t>
            </a:r>
            <a:r>
              <a:rPr lang="en-US" altLang="en-US" sz="32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Vina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538752"/>
          </a:xfrm>
        </p:spPr>
        <p:txBody>
          <a:bodyPr>
            <a:normAutofit fontScale="70000" lnSpcReduction="20000"/>
          </a:bodyPr>
          <a:lstStyle/>
          <a:p>
            <a:r>
              <a:rPr lang="en-US" sz="2000" smtClean="0"/>
              <a:t>Mã văn bản: ISO 03.02.01</a:t>
            </a:r>
          </a:p>
          <a:p>
            <a:r>
              <a:rPr lang="en-US" sz="2000" smtClean="0"/>
              <a:t>Ngày ban hành: 05.01.2020</a:t>
            </a:r>
            <a:endParaRPr 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t>ISO 03.01.02 Ngày ban hành 05/01/2020</a:t>
            </a:r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437457"/>
              </p:ext>
            </p:extLst>
          </p:nvPr>
        </p:nvGraphicFramePr>
        <p:xfrm>
          <a:off x="3964578" y="2241330"/>
          <a:ext cx="3789363" cy="141702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263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063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200" kern="7200">
                          <a:effectLst/>
                        </a:rPr>
                        <a:t> </a:t>
                      </a:r>
                      <a:r>
                        <a:rPr lang="en-US" sz="1200" kern="7200">
                          <a:effectLst/>
                        </a:rPr>
                        <a:t>Thiết Lập </a:t>
                      </a:r>
                      <a:endParaRPr lang="en-US" sz="1200" kern="7200">
                        <a:effectLst/>
                        <a:latin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</a:rPr>
                        <a:t> Xem Xét</a:t>
                      </a:r>
                      <a:endParaRPr lang="en-US" sz="1200" kern="7200">
                        <a:effectLst/>
                        <a:latin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</a:rPr>
                        <a:t> Phê Duyệt</a:t>
                      </a:r>
                      <a:endParaRPr lang="en-US" sz="1200" kern="7200">
                        <a:effectLst/>
                        <a:latin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74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200" kern="7200">
                          <a:effectLst/>
                          <a:latin typeface="+mj-lt"/>
                        </a:rPr>
                        <a:t> </a:t>
                      </a:r>
                      <a:endParaRPr lang="en-US" sz="1200" kern="7200">
                        <a:effectLst/>
                        <a:latin typeface="+mj-lt"/>
                      </a:endParaRP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Khúc Thị Hậu </a:t>
                      </a:r>
                      <a:endParaRPr lang="en-US" sz="1200" kern="7200">
                        <a:effectLst/>
                        <a:latin typeface="+mj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7200">
                        <a:effectLst/>
                        <a:latin typeface="+mj-lt"/>
                      </a:endParaRP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Joung Ui Young</a:t>
                      </a: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7200">
                        <a:effectLst/>
                        <a:latin typeface="+mj-lt"/>
                      </a:endParaRP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Lee Hyung Jong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192" y="2729411"/>
            <a:ext cx="8794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620" y="2873031"/>
            <a:ext cx="702945" cy="44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b="10227"/>
          <a:stretch/>
        </p:blipFill>
        <p:spPr>
          <a:xfrm>
            <a:off x="6628749" y="2686548"/>
            <a:ext cx="1002939" cy="695325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147517"/>
              </p:ext>
            </p:extLst>
          </p:nvPr>
        </p:nvGraphicFramePr>
        <p:xfrm>
          <a:off x="666205" y="4195324"/>
          <a:ext cx="10946675" cy="18125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7829">
                  <a:extLst>
                    <a:ext uri="{9D8B030D-6E8A-4147-A177-3AD203B41FA5}">
                      <a16:colId xmlns:a16="http://schemas.microsoft.com/office/drawing/2014/main" val="998247049"/>
                    </a:ext>
                  </a:extLst>
                </a:gridCol>
                <a:gridCol w="966652">
                  <a:extLst>
                    <a:ext uri="{9D8B030D-6E8A-4147-A177-3AD203B41FA5}">
                      <a16:colId xmlns:a16="http://schemas.microsoft.com/office/drawing/2014/main" val="2948680291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81109785"/>
                    </a:ext>
                  </a:extLst>
                </a:gridCol>
                <a:gridCol w="6074229">
                  <a:extLst>
                    <a:ext uri="{9D8B030D-6E8A-4147-A177-3AD203B41FA5}">
                      <a16:colId xmlns:a16="http://schemas.microsoft.com/office/drawing/2014/main" val="42065489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025856036"/>
                    </a:ext>
                  </a:extLst>
                </a:gridCol>
              </a:tblGrid>
              <a:tr h="350550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dung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Người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lập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71061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05.01.2020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Làm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mới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Khúc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Thị Hậu</a:t>
                      </a:r>
                    </a:p>
                    <a:p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244103"/>
                  </a:ext>
                </a:extLst>
              </a:tr>
              <a:tr h="502383">
                <a:tc>
                  <a:txBody>
                    <a:bodyPr/>
                    <a:lstStyle/>
                    <a:p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594845"/>
                  </a:ext>
                </a:extLst>
              </a:tr>
              <a:tr h="502383">
                <a:tc>
                  <a:txBody>
                    <a:bodyPr/>
                    <a:lstStyle/>
                    <a:p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5695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464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1143000" y="488513"/>
            <a:ext cx="9906000" cy="457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6" name="Diagram 15"/>
          <p:cNvGraphicFramePr/>
          <p:nvPr>
            <p:extLst>
              <p:ext uri="{D42A27DB-BD31-4B8C-83A1-F6EECF244321}">
                <p14:modId xmlns:p14="http://schemas.microsoft.com/office/powerpoint/2010/main" val="1365240446"/>
              </p:ext>
            </p:extLst>
          </p:nvPr>
        </p:nvGraphicFramePr>
        <p:xfrm>
          <a:off x="1339669" y="1018901"/>
          <a:ext cx="9495971" cy="19547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213898" y="2178819"/>
            <a:ext cx="1903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 ỦY VIÊN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9497" y="3046385"/>
            <a:ext cx="9318171" cy="707886"/>
          </a:xfrm>
          <a:prstGeom prst="rect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Giám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sát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hoạt</a:t>
            </a:r>
            <a:r>
              <a:rPr lang="en-US" sz="100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động tại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bộ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phận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mình</a:t>
            </a:r>
            <a:endParaRPr lang="en-US" sz="10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đạo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hỗ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trợ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những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đóng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góp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lực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100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QMS</a:t>
            </a:r>
            <a:endParaRPr lang="en-US" sz="10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Duy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cải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100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QMS</a:t>
            </a:r>
            <a:endParaRPr lang="en-US" sz="10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Đảm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bảo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đủ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nguồn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lực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cần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hoạt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toàn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môi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trường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tại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bộ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phận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mình</a:t>
            </a:r>
            <a:endParaRPr lang="en-US" sz="10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6054634" y="3753382"/>
            <a:ext cx="1" cy="226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430383" y="4071238"/>
            <a:ext cx="9324702" cy="758492"/>
          </a:xfrm>
          <a:prstGeom prst="rect">
            <a:avLst/>
          </a:prstGeom>
          <a:solidFill>
            <a:schemeClr val="bg1"/>
          </a:solidFill>
          <a:ln w="31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Bộ</a:t>
            </a:r>
            <a:r>
              <a:rPr lang="en-US" sz="1000" b="1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b="1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phận</a:t>
            </a:r>
            <a:r>
              <a:rPr lang="en-US" sz="1000" b="1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QMS</a:t>
            </a:r>
          </a:p>
          <a:p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lập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duy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quy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trình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quy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định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tiêu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chuẩn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ISO 9001:2015 &amp; IATF 16949:2016</a:t>
            </a:r>
          </a:p>
          <a:p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Đề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xuất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cải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QMS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Thông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báo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endParaRPr lang="en-US" sz="10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Đối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ứng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luật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yêu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cầu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khấc</a:t>
            </a:r>
            <a:endParaRPr lang="en-US" sz="10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57561" y="3813213"/>
            <a:ext cx="1903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BAN THƯ KÝ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6063342" y="4829730"/>
            <a:ext cx="1" cy="2264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1551087" y="5229461"/>
            <a:ext cx="8945219" cy="198788"/>
            <a:chOff x="1551087" y="5229461"/>
            <a:chExt cx="8945219" cy="198788"/>
          </a:xfrm>
        </p:grpSpPr>
        <p:cxnSp>
          <p:nvCxnSpPr>
            <p:cNvPr id="31" name="Straight Connector 30"/>
            <p:cNvCxnSpPr/>
            <p:nvPr/>
          </p:nvCxnSpPr>
          <p:spPr>
            <a:xfrm flipV="1">
              <a:off x="1551087" y="5229470"/>
              <a:ext cx="8936935" cy="41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1555663" y="5229461"/>
              <a:ext cx="4575" cy="1890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4146124" y="5239184"/>
              <a:ext cx="4575" cy="1890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5401762" y="5239183"/>
              <a:ext cx="4575" cy="1890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7943397" y="5233663"/>
              <a:ext cx="4575" cy="1890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9171582" y="5239185"/>
              <a:ext cx="4575" cy="1890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0491731" y="5233663"/>
              <a:ext cx="4575" cy="1890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2887175" y="5233663"/>
              <a:ext cx="4575" cy="1890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6659598" y="5233663"/>
              <a:ext cx="4575" cy="1890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/>
          <p:cNvSpPr/>
          <p:nvPr/>
        </p:nvSpPr>
        <p:spPr>
          <a:xfrm>
            <a:off x="1173752" y="5428259"/>
            <a:ext cx="1015102" cy="4028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Sản xuất</a:t>
            </a:r>
          </a:p>
          <a:p>
            <a:pPr algn="ctr"/>
            <a:endParaRPr lang="en-US" sz="800" b="1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31242" y="5436539"/>
            <a:ext cx="1200984" cy="394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KHSX &amp; Kho NVL</a:t>
            </a:r>
            <a:endParaRPr lang="en-US" b="1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767433" y="5436541"/>
            <a:ext cx="1200985" cy="39451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Mua hàng</a:t>
            </a:r>
            <a:endParaRPr lang="en-US" b="1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sz="1050" b="1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690201" y="5436539"/>
            <a:ext cx="1200984" cy="394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HR&amp;GA, ACC</a:t>
            </a:r>
            <a:r>
              <a:rPr lang="en-US" b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&amp; IT, EHS, ULT</a:t>
            </a:r>
            <a:endParaRPr lang="en-US" b="1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516771" y="5436538"/>
            <a:ext cx="1200983" cy="39452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Phát trỉển</a:t>
            </a:r>
            <a:endParaRPr lang="en-US" sz="1000" b="1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241248" y="5436541"/>
            <a:ext cx="1200984" cy="39451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Kinh doanh &amp; Kho TP</a:t>
            </a:r>
            <a:endParaRPr lang="en-US" sz="1000" b="1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74008" y="5436540"/>
            <a:ext cx="1200985" cy="39452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Chất lượng</a:t>
            </a:r>
            <a:endParaRPr lang="en-US" sz="1000" b="1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sz="900" b="1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21984" y="5436541"/>
            <a:ext cx="1159565" cy="39451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Khuôn</a:t>
            </a:r>
            <a:endParaRPr lang="en-US" sz="800" b="1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511732" y="5013927"/>
            <a:ext cx="6043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BAN ISO CHẤT LƯỢNG :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MGR &amp; NHÂN </a:t>
            </a:r>
            <a:r>
              <a:rPr lang="en-US" sz="1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 ISO </a:t>
            </a:r>
            <a:r>
              <a:rPr lang="en-US" sz="1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Ở MỖI BỘ PHẬN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20953" y="5894265"/>
            <a:ext cx="9324702" cy="752720"/>
          </a:xfrm>
          <a:prstGeom prst="rect">
            <a:avLst/>
          </a:prstGeom>
          <a:solidFill>
            <a:schemeClr val="bg1"/>
          </a:solidFill>
          <a:ln w="31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Tuân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sự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đạo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Ban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endParaRPr lang="en-US" sz="10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lập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xúc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hoạt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đảm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bảo</a:t>
            </a:r>
            <a:r>
              <a:rPr lang="en-US" sz="100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vận hành hệ thống chất lượng tại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ban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mình</a:t>
            </a:r>
            <a:endParaRPr lang="en-US" sz="10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00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Cung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cấp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đưa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yêu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cầu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hoạt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động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đảm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bảo</a:t>
            </a:r>
            <a:r>
              <a:rPr lang="en-US" sz="100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chất lượng cho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nhân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phòng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ban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mình</a:t>
            </a:r>
            <a:endParaRPr lang="en-US" sz="10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Đảm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bảo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thong tin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truyền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đạt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giữa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thành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viên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bộ</a:t>
            </a:r>
            <a:r>
              <a:rPr lang="en-US" sz="100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phận</a:t>
            </a:r>
            <a:endParaRPr lang="en-US" sz="10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endParaRPr lang="en-US" sz="10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237498" y="1751241"/>
            <a:ext cx="4535588" cy="369332"/>
          </a:xfrm>
          <a:prstGeom prst="rect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Phê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duyệt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chương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trình</a:t>
            </a:r>
            <a:r>
              <a:rPr lang="en-US" sz="90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QMS hàng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năm</a:t>
            </a:r>
            <a:endParaRPr lang="en-US" sz="9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Trợ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giúp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trưởng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ban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trong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việc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đánh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cũng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như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xem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xét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quản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endParaRPr lang="en-US" sz="9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641597" y="691580"/>
            <a:ext cx="4113489" cy="923330"/>
          </a:xfrm>
          <a:prstGeom prst="rect">
            <a:avLst/>
          </a:prstGeom>
          <a:ln>
            <a:solidFill>
              <a:schemeClr val="accent5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Chịu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trách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nhiệm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về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lực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90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QMS</a:t>
            </a:r>
            <a:endParaRPr lang="en-US" sz="9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Đảm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bảo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sách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mục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tiêu</a:t>
            </a:r>
            <a:r>
              <a:rPr lang="en-US" sz="90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QMS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thiết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lập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tương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thích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với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chiến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lược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công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ty.</a:t>
            </a:r>
          </a:p>
          <a:p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Đảm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bảo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90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QMS 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đạt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được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kết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dự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kiến</a:t>
            </a:r>
            <a:endParaRPr lang="en-US" sz="9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đạo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hỗ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trợ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những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người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đóng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góp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vào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tính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hiệu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lực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hệ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thống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Thúc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đẩy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cải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tiến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liên</a:t>
            </a:r>
            <a:r>
              <a:rPr lang="en-US" sz="9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tục</a:t>
            </a:r>
            <a:endParaRPr lang="en-US" sz="9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5" name="Picture 4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9754" y="86557"/>
            <a:ext cx="89535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433456"/>
              </p:ext>
            </p:extLst>
          </p:nvPr>
        </p:nvGraphicFramePr>
        <p:xfrm>
          <a:off x="1143000" y="686095"/>
          <a:ext cx="3789363" cy="144534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263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3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063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200" kern="7200">
                          <a:effectLst/>
                        </a:rPr>
                        <a:t> </a:t>
                      </a:r>
                      <a:r>
                        <a:rPr lang="en-US" sz="1200" kern="7200">
                          <a:effectLst/>
                        </a:rPr>
                        <a:t>Thiết Lập </a:t>
                      </a:r>
                      <a:endParaRPr lang="en-US" sz="1200" kern="7200">
                        <a:effectLst/>
                        <a:latin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</a:rPr>
                        <a:t> Xem Xét</a:t>
                      </a:r>
                      <a:endParaRPr lang="en-US" sz="1200" kern="7200">
                        <a:effectLst/>
                        <a:latin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</a:rPr>
                        <a:t> Phê Duyệt</a:t>
                      </a:r>
                      <a:endParaRPr lang="en-US" sz="1200" kern="7200">
                        <a:effectLst/>
                        <a:latin typeface="SimSu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749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200" kern="7200">
                          <a:effectLst/>
                          <a:latin typeface="+mj-lt"/>
                        </a:rPr>
                        <a:t> </a:t>
                      </a:r>
                      <a:endParaRPr lang="en-US" sz="1200" kern="7200">
                        <a:effectLst/>
                        <a:latin typeface="+mj-lt"/>
                      </a:endParaRP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Khúc Thị Hậu </a:t>
                      </a:r>
                      <a:endParaRPr lang="en-US" sz="1200" kern="7200">
                        <a:effectLst/>
                        <a:latin typeface="+mj-lt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7200">
                        <a:effectLst/>
                        <a:latin typeface="+mj-lt"/>
                      </a:endParaRP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Joung Ui Young</a:t>
                      </a: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7200">
                        <a:effectLst/>
                        <a:latin typeface="+mj-lt"/>
                      </a:endParaRP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 </a:t>
                      </a:r>
                    </a:p>
                    <a:p>
                      <a:pPr marL="0" marR="0" indent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7200">
                          <a:effectLst/>
                          <a:latin typeface="+mj-lt"/>
                        </a:rPr>
                        <a:t>Lee Hyung Jong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6" name="Picture 45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490" y="1161851"/>
            <a:ext cx="8794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46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918" y="1305471"/>
            <a:ext cx="702945" cy="44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47"/>
          <p:cNvPicPr>
            <a:picLocks noChangeAspect="1"/>
          </p:cNvPicPr>
          <p:nvPr/>
        </p:nvPicPr>
        <p:blipFill rotWithShape="1">
          <a:blip r:embed="rId11"/>
          <a:srcRect b="10227"/>
          <a:stretch/>
        </p:blipFill>
        <p:spPr>
          <a:xfrm>
            <a:off x="3781047" y="1118988"/>
            <a:ext cx="1002939" cy="695325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8505292" y="6624904"/>
            <a:ext cx="3605046" cy="293077"/>
          </a:xfrm>
          <a:prstGeom prst="rect">
            <a:avLst/>
          </a:prstGeom>
          <a:noFill/>
          <a:ln w="31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ISO </a:t>
            </a:r>
            <a:r>
              <a:rPr lang="en-US" sz="1000" smtClean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03.02.01 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Ngày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ban </a:t>
            </a:r>
            <a:r>
              <a:rPr lang="en-US" sz="1000" dirty="0" err="1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hành</a:t>
            </a:r>
            <a:r>
              <a:rPr lang="en-US" sz="1000" dirty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1000" smtClean="0">
                <a:solidFill>
                  <a:sysClr val="windowText" lastClr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5/01/2020</a:t>
            </a:r>
            <a:endParaRPr lang="en-US" sz="1000" dirty="0">
              <a:solidFill>
                <a:sysClr val="windowText" lastClr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139607" y="143003"/>
            <a:ext cx="10077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Sơ đồ tổ chức hệ thống quản lý chất lượng (QMS) của M&amp;C Electronics Vina</a:t>
            </a:r>
            <a:endParaRPr lang="en-US" altLang="en-US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588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90286" y="-117016"/>
            <a:ext cx="11769922" cy="6879766"/>
            <a:chOff x="290286" y="-117016"/>
            <a:chExt cx="11769922" cy="6879766"/>
          </a:xfrm>
        </p:grpSpPr>
        <p:sp>
          <p:nvSpPr>
            <p:cNvPr id="1034" name="AutoShape 10"/>
            <p:cNvSpPr>
              <a:spLocks noChangeArrowheads="1"/>
            </p:cNvSpPr>
            <p:nvPr/>
          </p:nvSpPr>
          <p:spPr bwMode="auto">
            <a:xfrm rot="13958561">
              <a:off x="10499622" y="1307883"/>
              <a:ext cx="1206103" cy="364369"/>
            </a:xfrm>
            <a:prstGeom prst="curvedUpArrow">
              <a:avLst>
                <a:gd name="adj1" fmla="val 74689"/>
                <a:gd name="adj2" fmla="val 149959"/>
                <a:gd name="adj3" fmla="val 33333"/>
              </a:avLst>
            </a:prstGeom>
            <a:solidFill>
              <a:srgbClr val="F79646"/>
            </a:solidFill>
            <a:ln w="38100">
              <a:solidFill>
                <a:srgbClr val="F2F2F2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974706">
                  <a:alpha val="50000"/>
                </a:srgbClr>
              </a:outerShdw>
            </a:effectLst>
          </p:spPr>
          <p:txBody>
            <a:bodyPr rot="10800000" lIns="79363" tIns="39681" rIns="79363" bIns="39681"/>
            <a:lstStyle/>
            <a:p>
              <a:pPr eaLnBrk="1" hangingPunct="1"/>
              <a:endParaRPr lang="en-US" altLang="en-US" sz="1600">
                <a:latin typeface="Calibri" pitchFamily="34" charset="0"/>
              </a:endParaRPr>
            </a:p>
          </p:txBody>
        </p:sp>
        <p:sp>
          <p:nvSpPr>
            <p:cNvPr id="1035" name="AutoShape 11"/>
            <p:cNvSpPr>
              <a:spLocks noChangeArrowheads="1"/>
            </p:cNvSpPr>
            <p:nvPr/>
          </p:nvSpPr>
          <p:spPr bwMode="auto">
            <a:xfrm rot="8029137">
              <a:off x="174116" y="1442358"/>
              <a:ext cx="1212056" cy="353786"/>
            </a:xfrm>
            <a:prstGeom prst="curvedUpArrow">
              <a:avLst>
                <a:gd name="adj1" fmla="val 74701"/>
                <a:gd name="adj2" fmla="val 149957"/>
                <a:gd name="adj3" fmla="val 33333"/>
              </a:avLst>
            </a:prstGeom>
            <a:solidFill>
              <a:srgbClr val="F79646"/>
            </a:solidFill>
            <a:ln w="38100">
              <a:solidFill>
                <a:srgbClr val="F2F2F2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974706">
                  <a:alpha val="50000"/>
                </a:srgbClr>
              </a:outerShdw>
            </a:effectLst>
          </p:spPr>
          <p:txBody>
            <a:bodyPr lIns="79363" tIns="39681" rIns="79363" bIns="39681"/>
            <a:lstStyle/>
            <a:p>
              <a:pPr eaLnBrk="1" hangingPunct="1"/>
              <a:endParaRPr lang="en-US" altLang="en-US" sz="1600">
                <a:latin typeface="Calibri" pitchFamily="34" charset="0"/>
              </a:endParaRPr>
            </a:p>
          </p:txBody>
        </p:sp>
        <p:sp>
          <p:nvSpPr>
            <p:cNvPr id="1036" name="AutoShape 12"/>
            <p:cNvSpPr>
              <a:spLocks noChangeArrowheads="1"/>
            </p:cNvSpPr>
            <p:nvPr/>
          </p:nvSpPr>
          <p:spPr bwMode="auto">
            <a:xfrm>
              <a:off x="2757715" y="3829050"/>
              <a:ext cx="638024" cy="28575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79646"/>
            </a:solidFill>
            <a:ln w="38100" algn="ctr">
              <a:solidFill>
                <a:srgbClr val="F2F2F2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974706">
                  <a:alpha val="50000"/>
                </a:srgbClr>
              </a:outerShdw>
            </a:effectLst>
          </p:spPr>
          <p:txBody>
            <a:bodyPr lIns="79363" tIns="39681" rIns="79363" bIns="39681"/>
            <a:lstStyle/>
            <a:p>
              <a:pPr eaLnBrk="1" hangingPunct="1"/>
              <a:endParaRPr lang="en-US" altLang="en-US" sz="1600">
                <a:latin typeface="Calibri" pitchFamily="34" charset="0"/>
              </a:endParaRPr>
            </a:p>
          </p:txBody>
        </p:sp>
        <p:sp>
          <p:nvSpPr>
            <p:cNvPr id="41" name="AutoShape 12"/>
            <p:cNvSpPr>
              <a:spLocks noChangeArrowheads="1"/>
            </p:cNvSpPr>
            <p:nvPr/>
          </p:nvSpPr>
          <p:spPr bwMode="auto">
            <a:xfrm rot="10800000">
              <a:off x="8781143" y="3829050"/>
              <a:ext cx="616857" cy="264319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79646"/>
            </a:solidFill>
            <a:ln w="38100" algn="ctr">
              <a:solidFill>
                <a:srgbClr val="F2F2F2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974706">
                  <a:alpha val="50000"/>
                </a:srgbClr>
              </a:outerShdw>
            </a:effectLst>
          </p:spPr>
          <p:txBody>
            <a:bodyPr rot="10800000" lIns="79363" tIns="39681" rIns="79363" bIns="39681"/>
            <a:lstStyle/>
            <a:p>
              <a:pPr eaLnBrk="1" hangingPunct="1"/>
              <a:endParaRPr lang="en-US" altLang="en-US" sz="1600">
                <a:latin typeface="Calibri" pitchFamily="34" charset="0"/>
              </a:endParaRPr>
            </a:p>
          </p:txBody>
        </p:sp>
        <p:grpSp>
          <p:nvGrpSpPr>
            <p:cNvPr id="5126" name="Group 64"/>
            <p:cNvGrpSpPr>
              <a:grpSpLocks/>
            </p:cNvGrpSpPr>
            <p:nvPr/>
          </p:nvGrpSpPr>
          <p:grpSpPr bwMode="auto">
            <a:xfrm>
              <a:off x="6241143" y="2114550"/>
              <a:ext cx="5297714" cy="1714500"/>
              <a:chOff x="7379252" y="2587625"/>
              <a:chExt cx="5078896" cy="1411941"/>
            </a:xfrm>
          </p:grpSpPr>
          <p:sp>
            <p:nvSpPr>
              <p:cNvPr id="5180" name="Rectangle 161"/>
              <p:cNvSpPr>
                <a:spLocks noChangeArrowheads="1"/>
              </p:cNvSpPr>
              <p:nvPr/>
            </p:nvSpPr>
            <p:spPr bwMode="auto">
              <a:xfrm>
                <a:off x="7379252" y="2587625"/>
                <a:ext cx="5078896" cy="1411941"/>
              </a:xfrm>
              <a:prstGeom prst="rect">
                <a:avLst/>
              </a:prstGeom>
              <a:solidFill>
                <a:srgbClr val="E2B7FF"/>
              </a:solidFill>
              <a:ln w="57150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9pPr>
              </a:lstStyle>
              <a:p>
                <a:pPr eaLnBrk="1" hangingPunct="1"/>
                <a:endParaRPr lang="vi-VN" altLang="en-US" sz="1600" b="0">
                  <a:latin typeface="Arial" charset="0"/>
                </a:endParaRPr>
              </a:p>
            </p:txBody>
          </p:sp>
          <p:sp>
            <p:nvSpPr>
              <p:cNvPr id="5181" name="Line 155"/>
              <p:cNvSpPr>
                <a:spLocks noChangeShapeType="1"/>
              </p:cNvSpPr>
              <p:nvPr/>
            </p:nvSpPr>
            <p:spPr bwMode="auto">
              <a:xfrm rot="16200000" flipV="1">
                <a:off x="11377268" y="3028016"/>
                <a:ext cx="0" cy="342900"/>
              </a:xfrm>
              <a:prstGeom prst="line">
                <a:avLst/>
              </a:prstGeom>
              <a:noFill/>
              <a:ln w="57150">
                <a:solidFill>
                  <a:srgbClr val="0000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2" name="Text Box 145">
                <a:hlinkClick r:id="rId3" action="ppaction://hlinkfile"/>
              </p:cNvPr>
              <p:cNvSpPr txBox="1">
                <a:spLocks noChangeArrowheads="1"/>
              </p:cNvSpPr>
              <p:nvPr/>
            </p:nvSpPr>
            <p:spPr bwMode="auto">
              <a:xfrm>
                <a:off x="9091613" y="2654300"/>
                <a:ext cx="1789112" cy="257175"/>
              </a:xfrm>
              <a:prstGeom prst="rect">
                <a:avLst/>
              </a:prstGeom>
              <a:solidFill>
                <a:srgbClr val="9BFB9D"/>
              </a:solidFill>
              <a:ln w="38100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en-US" altLang="en-US" sz="1200">
                    <a:latin typeface="Arial" charset="0"/>
                  </a:rPr>
                  <a:t>ĐÁNH GIÁ NỘI BỘ</a:t>
                </a:r>
              </a:p>
            </p:txBody>
          </p:sp>
          <p:sp>
            <p:nvSpPr>
              <p:cNvPr id="5183" name="Text Box 146">
                <a:hlinkClick r:id="rId4" action="ppaction://hlinkfile"/>
              </p:cNvPr>
              <p:cNvSpPr txBox="1">
                <a:spLocks noChangeArrowheads="1"/>
              </p:cNvSpPr>
              <p:nvPr/>
            </p:nvSpPr>
            <p:spPr bwMode="auto">
              <a:xfrm>
                <a:off x="9091614" y="3622338"/>
                <a:ext cx="1789111" cy="283098"/>
              </a:xfrm>
              <a:prstGeom prst="rect">
                <a:avLst/>
              </a:prstGeom>
              <a:solidFill>
                <a:srgbClr val="9BFB9D"/>
              </a:solidFill>
              <a:ln w="38100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9pPr>
              </a:lstStyle>
              <a:p>
                <a:pPr algn="ctr"/>
                <a:r>
                  <a:rPr lang="en-US" altLang="en-US" sz="1200">
                    <a:latin typeface="Arial" charset="0"/>
                  </a:rPr>
                  <a:t>KHIẾU NẠI KH</a:t>
                </a:r>
              </a:p>
            </p:txBody>
          </p:sp>
          <p:sp>
            <p:nvSpPr>
              <p:cNvPr id="5184" name="Text Box 147">
                <a:hlinkClick r:id="rId5" action="ppaction://hlinkfile"/>
              </p:cNvPr>
              <p:cNvSpPr txBox="1">
                <a:spLocks noChangeArrowheads="1"/>
              </p:cNvSpPr>
              <p:nvPr/>
            </p:nvSpPr>
            <p:spPr bwMode="auto">
              <a:xfrm>
                <a:off x="11556585" y="2663126"/>
                <a:ext cx="762414" cy="1242312"/>
              </a:xfrm>
              <a:prstGeom prst="rect">
                <a:avLst/>
              </a:prstGeom>
              <a:solidFill>
                <a:srgbClr val="9BFB9D"/>
              </a:solidFill>
              <a:ln w="38100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en-US" altLang="en-US" sz="1200">
                    <a:latin typeface="Arial" charset="0"/>
                  </a:rPr>
                  <a:t>ĐÁNH GIÁ SỰ THỎA MÃN CỦA KHÁCH HÀNG</a:t>
                </a:r>
              </a:p>
            </p:txBody>
          </p:sp>
          <p:sp>
            <p:nvSpPr>
              <p:cNvPr id="5185" name="Text Box 148">
                <a:hlinkClick r:id="rId6" action="ppaction://hlinkfile"/>
              </p:cNvPr>
              <p:cNvSpPr txBox="1">
                <a:spLocks noChangeArrowheads="1"/>
              </p:cNvSpPr>
              <p:nvPr/>
            </p:nvSpPr>
            <p:spPr bwMode="auto">
              <a:xfrm>
                <a:off x="8631583" y="3121024"/>
                <a:ext cx="2589213" cy="313765"/>
              </a:xfrm>
              <a:prstGeom prst="rect">
                <a:avLst/>
              </a:prstGeom>
              <a:solidFill>
                <a:srgbClr val="9BFB9D"/>
              </a:solidFill>
              <a:ln w="38100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anchor="ctr"/>
              <a:lstStyle>
                <a:lvl1pPr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en-US" altLang="en-US" sz="1200">
                    <a:latin typeface="Arial" charset="0"/>
                  </a:rPr>
                  <a:t>KHẮC PHỤC –  CẢI TIẾN</a:t>
                </a:r>
                <a:r>
                  <a:rPr lang="en-US" altLang="en-US" sz="1200">
                    <a:latin typeface="Arial" charset="0"/>
                    <a:hlinkClick r:id="rId7" action="ppaction://hlinkfile"/>
                  </a:rPr>
                  <a:t> </a:t>
                </a:r>
                <a:endParaRPr lang="en-US" altLang="en-US" sz="1200" b="0">
                  <a:latin typeface="VNI-Helve-Condense" pitchFamily="2" charset="0"/>
                </a:endParaRPr>
              </a:p>
            </p:txBody>
          </p:sp>
          <p:sp>
            <p:nvSpPr>
              <p:cNvPr id="5186" name="Text Box 150">
                <a:hlinkClick r:id="rId8" action="ppaction://hlinkfile"/>
              </p:cNvPr>
              <p:cNvSpPr txBox="1">
                <a:spLocks noChangeArrowheads="1"/>
              </p:cNvSpPr>
              <p:nvPr/>
            </p:nvSpPr>
            <p:spPr bwMode="auto">
              <a:xfrm>
                <a:off x="7518401" y="2663825"/>
                <a:ext cx="838200" cy="1241612"/>
              </a:xfrm>
              <a:prstGeom prst="rect">
                <a:avLst/>
              </a:prstGeom>
              <a:solidFill>
                <a:srgbClr val="9BFB9D"/>
              </a:solidFill>
              <a:ln w="38100">
                <a:solidFill>
                  <a:srgbClr val="000099"/>
                </a:solidFill>
                <a:miter lim="800000"/>
                <a:headEnd/>
                <a:tailEnd/>
              </a:ln>
            </p:spPr>
            <p:txBody>
              <a:bodyPr tIns="228600" anchor="ctr"/>
              <a:lstStyle>
                <a:lvl1pPr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1pPr>
                <a:lvl2pPr marL="742950" indent="-28575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2pPr>
                <a:lvl3pPr marL="11430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3pPr>
                <a:lvl4pPr marL="16002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4pPr>
                <a:lvl5pPr marL="2057400" indent="-228600"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000" b="1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9pPr>
              </a:lstStyle>
              <a:p>
                <a:pPr algn="ctr" eaLnBrk="1" hangingPunct="1">
                  <a:buFont typeface="Wingdings" pitchFamily="2" charset="2"/>
                  <a:buNone/>
                </a:pPr>
                <a:r>
                  <a:rPr lang="en-US" altLang="en-US" sz="1200">
                    <a:latin typeface="Arial" charset="0"/>
                  </a:rPr>
                  <a:t>SỰ KHÔNG PHÙ HỢP</a:t>
                </a:r>
              </a:p>
            </p:txBody>
          </p:sp>
          <p:sp>
            <p:nvSpPr>
              <p:cNvPr id="5187" name="Line 151"/>
              <p:cNvSpPr>
                <a:spLocks noChangeShapeType="1"/>
              </p:cNvSpPr>
              <p:nvPr/>
            </p:nvSpPr>
            <p:spPr bwMode="auto">
              <a:xfrm flipV="1">
                <a:off x="10023061" y="2935904"/>
                <a:ext cx="0" cy="169433"/>
              </a:xfrm>
              <a:prstGeom prst="line">
                <a:avLst/>
              </a:prstGeom>
              <a:noFill/>
              <a:ln w="57150">
                <a:solidFill>
                  <a:srgbClr val="000099"/>
                </a:solidFill>
                <a:round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8" name="Line 155"/>
              <p:cNvSpPr>
                <a:spLocks noChangeShapeType="1"/>
              </p:cNvSpPr>
              <p:nvPr/>
            </p:nvSpPr>
            <p:spPr bwMode="auto">
              <a:xfrm rot="16200000" flipV="1">
                <a:off x="8524737" y="3545728"/>
                <a:ext cx="0" cy="342900"/>
              </a:xfrm>
              <a:prstGeom prst="line">
                <a:avLst/>
              </a:prstGeom>
              <a:noFill/>
              <a:ln w="57150">
                <a:solidFill>
                  <a:srgbClr val="000099"/>
                </a:solidFill>
                <a:round/>
                <a:headEnd type="stealth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9" name="Line 144"/>
              <p:cNvSpPr>
                <a:spLocks noChangeShapeType="1"/>
              </p:cNvSpPr>
              <p:nvPr/>
            </p:nvSpPr>
            <p:spPr bwMode="auto">
              <a:xfrm flipH="1" flipV="1">
                <a:off x="10036830" y="3429616"/>
                <a:ext cx="0" cy="193432"/>
              </a:xfrm>
              <a:prstGeom prst="line">
                <a:avLst/>
              </a:prstGeom>
              <a:noFill/>
              <a:ln w="57150">
                <a:solidFill>
                  <a:srgbClr val="0000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27" name="AutoShape 110"/>
            <p:cNvSpPr>
              <a:spLocks noChangeArrowheads="1"/>
            </p:cNvSpPr>
            <p:nvPr/>
          </p:nvSpPr>
          <p:spPr bwMode="auto">
            <a:xfrm rot="-5400000">
              <a:off x="-648806" y="5078895"/>
              <a:ext cx="2603897" cy="725714"/>
            </a:xfrm>
            <a:prstGeom prst="flowChartTerminator">
              <a:avLst/>
            </a:prstGeom>
            <a:solidFill>
              <a:srgbClr val="00CCFF"/>
            </a:solidFill>
            <a:ln w="57150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370" tIns="39685" rIns="79370" bIns="39685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/>
              <a:r>
                <a:rPr lang="en-US" altLang="en-US" sz="2400">
                  <a:solidFill>
                    <a:srgbClr val="000099"/>
                  </a:solidFill>
                  <a:latin typeface="Arial" charset="0"/>
                </a:rPr>
                <a:t>KHÁCH HÀNG  </a:t>
              </a:r>
              <a:endParaRPr lang="en-US" altLang="en-US">
                <a:solidFill>
                  <a:srgbClr val="000099"/>
                </a:solidFill>
                <a:latin typeface="Arial" charset="0"/>
              </a:endParaRPr>
            </a:p>
            <a:p>
              <a:endParaRPr lang="en-US" altLang="en-US" sz="1400" b="0">
                <a:solidFill>
                  <a:srgbClr val="000099"/>
                </a:solidFill>
                <a:latin typeface="Arial" charset="0"/>
              </a:endParaRPr>
            </a:p>
          </p:txBody>
        </p:sp>
        <p:sp>
          <p:nvSpPr>
            <p:cNvPr id="5128" name="AutoShape 112"/>
            <p:cNvSpPr>
              <a:spLocks noChangeArrowheads="1"/>
            </p:cNvSpPr>
            <p:nvPr/>
          </p:nvSpPr>
          <p:spPr bwMode="auto">
            <a:xfrm rot="-5400000">
              <a:off x="10188727" y="5086652"/>
              <a:ext cx="2571750" cy="742346"/>
            </a:xfrm>
            <a:prstGeom prst="flowChartTerminator">
              <a:avLst/>
            </a:prstGeom>
            <a:solidFill>
              <a:srgbClr val="00CCFF"/>
            </a:solidFill>
            <a:ln w="57150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9370" tIns="39685" rIns="79370" bIns="0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/>
              <a:r>
                <a:rPr lang="en-US" altLang="en-US" sz="2400">
                  <a:solidFill>
                    <a:srgbClr val="000099"/>
                  </a:solidFill>
                  <a:latin typeface="Arial" charset="0"/>
                </a:rPr>
                <a:t>KHÁCH HÀNG  </a:t>
              </a:r>
              <a:endParaRPr lang="en-US" altLang="en-US" sz="1200">
                <a:solidFill>
                  <a:srgbClr val="000099"/>
                </a:solidFill>
                <a:latin typeface="Arial" charset="0"/>
              </a:endParaRPr>
            </a:p>
            <a:p>
              <a:endParaRPr lang="en-US" altLang="en-US" sz="1400" b="0">
                <a:solidFill>
                  <a:srgbClr val="000099"/>
                </a:solidFill>
                <a:latin typeface="Arial" charset="0"/>
              </a:endParaRPr>
            </a:p>
            <a:p>
              <a:endParaRPr lang="en-US" altLang="en-US" b="0">
                <a:solidFill>
                  <a:srgbClr val="000099"/>
                </a:solidFill>
              </a:endParaRPr>
            </a:p>
          </p:txBody>
        </p:sp>
        <p:sp>
          <p:nvSpPr>
            <p:cNvPr id="5129" name="Rectangle 28"/>
            <p:cNvSpPr>
              <a:spLocks noChangeArrowheads="1"/>
            </p:cNvSpPr>
            <p:nvPr/>
          </p:nvSpPr>
          <p:spPr bwMode="auto">
            <a:xfrm>
              <a:off x="1304774" y="4133850"/>
              <a:ext cx="9506857" cy="2628900"/>
            </a:xfrm>
            <a:prstGeom prst="rect">
              <a:avLst/>
            </a:prstGeom>
            <a:solidFill>
              <a:srgbClr val="CBFF97"/>
            </a:solidFill>
            <a:ln w="57150">
              <a:solidFill>
                <a:srgbClr val="000099"/>
              </a:solidFill>
              <a:miter lim="800000"/>
              <a:headEnd/>
              <a:tailEnd/>
            </a:ln>
          </p:spPr>
          <p:txBody>
            <a:bodyPr lIns="79363" tIns="39681" rIns="79363" bIns="39681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eaLnBrk="1" hangingPunct="1"/>
              <a:endParaRPr lang="vi-VN" altLang="en-US" sz="1700" b="0">
                <a:latin typeface="Calibri" pitchFamily="34" charset="0"/>
              </a:endParaRPr>
            </a:p>
          </p:txBody>
        </p:sp>
        <p:sp>
          <p:nvSpPr>
            <p:cNvPr id="5130" name="Rectangle 161"/>
            <p:cNvSpPr>
              <a:spLocks noChangeArrowheads="1"/>
            </p:cNvSpPr>
            <p:nvPr/>
          </p:nvSpPr>
          <p:spPr bwMode="auto">
            <a:xfrm>
              <a:off x="653143" y="2114550"/>
              <a:ext cx="5007429" cy="1714500"/>
            </a:xfrm>
            <a:prstGeom prst="rect">
              <a:avLst/>
            </a:prstGeom>
            <a:solidFill>
              <a:srgbClr val="CBFF97"/>
            </a:solidFill>
            <a:ln w="57150">
              <a:solidFill>
                <a:srgbClr val="FFFF00"/>
              </a:solidFill>
              <a:miter lim="800000"/>
              <a:headEnd/>
              <a:tailEnd/>
            </a:ln>
          </p:spPr>
          <p:txBody>
            <a:bodyPr lIns="79370" tIns="39685" rIns="79370" bIns="39685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en-US" altLang="en-US" sz="1600">
                  <a:solidFill>
                    <a:schemeClr val="accent1"/>
                  </a:solidFill>
                  <a:latin typeface="Arial" charset="0"/>
                </a:rPr>
                <a:t>QUẢN LÝ NGUỒN LỰC </a:t>
              </a:r>
            </a:p>
            <a:p>
              <a:pPr eaLnBrk="1" hangingPunct="1"/>
              <a:endParaRPr lang="en-US" altLang="en-US" sz="1600" b="0">
                <a:latin typeface="Arial" charset="0"/>
              </a:endParaRPr>
            </a:p>
          </p:txBody>
        </p:sp>
        <p:sp>
          <p:nvSpPr>
            <p:cNvPr id="5131" name="Text Box 164"/>
            <p:cNvSpPr txBox="1">
              <a:spLocks noChangeArrowheads="1"/>
            </p:cNvSpPr>
            <p:nvPr/>
          </p:nvSpPr>
          <p:spPr bwMode="auto">
            <a:xfrm>
              <a:off x="4354286" y="2457450"/>
              <a:ext cx="1153584" cy="1257300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rgbClr val="808080"/>
              </a:solidFill>
              <a:miter lim="800000"/>
              <a:headEnd/>
              <a:tailEnd/>
            </a:ln>
          </p:spPr>
          <p:txBody>
            <a:bodyPr lIns="79370" tIns="39685" rIns="79370" bIns="39685" anchor="ctr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en-US" sz="1200">
                  <a:latin typeface="Arial" charset="0"/>
                </a:rPr>
                <a:t>NHẬN DẠNG VÀ TRUY TÌM NGUỒN GỐC</a:t>
              </a:r>
            </a:p>
          </p:txBody>
        </p:sp>
        <p:sp>
          <p:nvSpPr>
            <p:cNvPr id="5132" name="Text Box 165">
              <a:hlinkClick r:id="rId9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870857" y="3278981"/>
              <a:ext cx="1596571" cy="433388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79370" tIns="79370" rIns="79370" bIns="39685" anchor="ctr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en-US" sz="1200">
                  <a:latin typeface="Arial" charset="0"/>
                </a:rPr>
                <a:t>QUẢN LÝ THIẾT BỊ VP</a:t>
              </a:r>
              <a:endParaRPr lang="en-US" altLang="en-US" sz="1200">
                <a:solidFill>
                  <a:srgbClr val="0000FF"/>
                </a:solidFill>
              </a:endParaRPr>
            </a:p>
          </p:txBody>
        </p:sp>
        <p:sp>
          <p:nvSpPr>
            <p:cNvPr id="5133" name="Text Box 165">
              <a:hlinkClick r:id="rId10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870857" y="2457450"/>
              <a:ext cx="1596571" cy="342900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79370" tIns="79370" rIns="79370" bIns="39685" anchor="ctr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1200">
                  <a:latin typeface="Arial" charset="0"/>
                </a:rPr>
                <a:t>TUYỂN DỤNG</a:t>
              </a:r>
              <a:r>
                <a:rPr lang="en-US" altLang="en-US" sz="1200">
                  <a:solidFill>
                    <a:srgbClr val="0000FF"/>
                  </a:solidFill>
                  <a:hlinkClick r:id="rId11" action="ppaction://hlinkfile"/>
                </a:rPr>
                <a:t> </a:t>
              </a:r>
              <a:endParaRPr lang="en-US" altLang="en-US" sz="1200">
                <a:solidFill>
                  <a:srgbClr val="0000FF"/>
                </a:solidFill>
              </a:endParaRPr>
            </a:p>
          </p:txBody>
        </p:sp>
        <p:sp>
          <p:nvSpPr>
            <p:cNvPr id="5134" name="Text Box 165">
              <a:hlinkClick r:id="rId12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2685143" y="2457450"/>
              <a:ext cx="1495274" cy="342900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79370" tIns="79370" rIns="79370" bIns="39685" anchor="ctr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en-US" sz="1200">
                  <a:latin typeface="Arial" charset="0"/>
                </a:rPr>
                <a:t>TRAO ĐỔI THÔNG TIN</a:t>
              </a:r>
              <a:endParaRPr lang="en-US" altLang="en-US" sz="1200">
                <a:solidFill>
                  <a:srgbClr val="0000FF"/>
                </a:solidFill>
              </a:endParaRPr>
            </a:p>
          </p:txBody>
        </p:sp>
        <p:sp>
          <p:nvSpPr>
            <p:cNvPr id="5135" name="Rectangle 86"/>
            <p:cNvSpPr>
              <a:spLocks noChangeArrowheads="1"/>
            </p:cNvSpPr>
            <p:nvPr/>
          </p:nvSpPr>
          <p:spPr bwMode="auto">
            <a:xfrm>
              <a:off x="6015822" y="-117016"/>
              <a:ext cx="160355" cy="2340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9370" tIns="39685" rIns="79370" bIns="39685" anchor="ctr">
              <a:spAutoFit/>
            </a:bodyPr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/>
              <a:endParaRPr lang="vi-VN" altLang="en-US"/>
            </a:p>
          </p:txBody>
        </p:sp>
        <p:sp>
          <p:nvSpPr>
            <p:cNvPr id="5136" name="Text Box 215">
              <a:hlinkClick r:id="rId13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1564823" y="4382691"/>
              <a:ext cx="2100035" cy="41314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370" tIns="79370" rIns="79370" bIns="39685" anchor="ctr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latin typeface="Arial" charset="0"/>
                </a:rPr>
                <a:t>BÁN HÀNG</a:t>
              </a:r>
            </a:p>
          </p:txBody>
        </p:sp>
        <p:cxnSp>
          <p:nvCxnSpPr>
            <p:cNvPr id="124" name="Straight Arrow Connector 123"/>
            <p:cNvCxnSpPr>
              <a:cxnSpLocks/>
              <a:endCxn id="5136" idx="1"/>
            </p:cNvCxnSpPr>
            <p:nvPr/>
          </p:nvCxnSpPr>
          <p:spPr>
            <a:xfrm>
              <a:off x="1012976" y="4579144"/>
              <a:ext cx="551846" cy="952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39" name="Text Box 165">
              <a:hlinkClick r:id="rId14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870857" y="2886075"/>
              <a:ext cx="1608667" cy="314325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79370" tIns="79370" rIns="79370" bIns="39685" anchor="ctr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en-US" sz="1200">
                  <a:latin typeface="Arial" charset="0"/>
                </a:rPr>
                <a:t>ĐÀO TẠO</a:t>
              </a:r>
              <a:endParaRPr lang="en-US" altLang="en-US" sz="1200"/>
            </a:p>
          </p:txBody>
        </p:sp>
        <p:sp>
          <p:nvSpPr>
            <p:cNvPr id="5140" name="Text Box 215">
              <a:hlinkClick r:id="rId15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6052156" y="5600700"/>
              <a:ext cx="1966988" cy="47625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370" tIns="79370" rIns="79370" bIns="39685" anchor="ctr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latin typeface="Arial" charset="0"/>
                </a:rPr>
                <a:t>TẠO SẢN PHẨM</a:t>
              </a:r>
              <a:endParaRPr lang="en-US" altLang="en-US" sz="1400"/>
            </a:p>
          </p:txBody>
        </p:sp>
        <p:sp>
          <p:nvSpPr>
            <p:cNvPr id="5141" name="Text Box 215">
              <a:hlinkClick r:id="rId16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6096000" y="4387453"/>
              <a:ext cx="1876274" cy="413147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370" tIns="39685" rIns="79370" bIns="39685" anchor="ctr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latin typeface="Arial" charset="0"/>
                </a:rPr>
                <a:t>MUA NVL</a:t>
              </a:r>
            </a:p>
          </p:txBody>
        </p:sp>
        <p:cxnSp>
          <p:nvCxnSpPr>
            <p:cNvPr id="113" name="Straight Arrow Connector 112"/>
            <p:cNvCxnSpPr/>
            <p:nvPr/>
          </p:nvCxnSpPr>
          <p:spPr>
            <a:xfrm rot="5400000">
              <a:off x="2414361" y="6211925"/>
              <a:ext cx="228600" cy="151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43" name="Text Box 215"/>
            <p:cNvSpPr txBox="1">
              <a:spLocks noChangeArrowheads="1"/>
            </p:cNvSpPr>
            <p:nvPr/>
          </p:nvSpPr>
          <p:spPr bwMode="auto">
            <a:xfrm>
              <a:off x="1799166" y="5288757"/>
              <a:ext cx="2467429" cy="1107281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370" tIns="79370" rIns="79370" bIns="39685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/>
              <a:endParaRPr lang="vi-VN" altLang="en-US" sz="1400"/>
            </a:p>
          </p:txBody>
        </p:sp>
        <p:sp>
          <p:nvSpPr>
            <p:cNvPr id="75" name="Text Box 215">
              <a:hlinkClick r:id="rId17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1944309" y="5348288"/>
              <a:ext cx="2177143" cy="28813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370" tIns="39685" rIns="79370" bIns="39685" anchor="ctr"/>
            <a:lstStyle>
              <a:lvl1pPr eaLnBrk="0" hangingPunct="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 eaLnBrk="0" hangingPunct="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 eaLnBrk="0" hangingPunct="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 eaLnBrk="0" hangingPunct="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 eaLnBrk="0" hangingPunct="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sz="1400">
                  <a:latin typeface="Arial" charset="0"/>
                </a:rPr>
                <a:t>TK Ý TƯỞNG</a:t>
              </a:r>
            </a:p>
          </p:txBody>
        </p:sp>
        <p:sp>
          <p:nvSpPr>
            <p:cNvPr id="77" name="Text Box 215">
              <a:hlinkClick r:id="rId18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1951869" y="5695951"/>
              <a:ext cx="2177143" cy="28813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370" tIns="39685" rIns="79370" bIns="39685" anchor="ctr"/>
            <a:lstStyle>
              <a:lvl1pPr>
                <a:lnSpc>
                  <a:spcPct val="90000"/>
                </a:lnSpc>
                <a:spcBef>
                  <a:spcPts val="1050"/>
                </a:spcBef>
                <a:buFont typeface="Arial" charset="0"/>
                <a:buChar char="•"/>
                <a:defRPr sz="29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25"/>
                </a:spcBef>
                <a:buFont typeface="Arial" charset="0"/>
                <a:buChar char="•"/>
                <a:defRPr sz="25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25"/>
                </a:spcBef>
                <a:buFont typeface="Arial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25"/>
                </a:spcBef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25"/>
                </a:spcBef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25"/>
                </a:spcBef>
                <a:spcAft>
                  <a:spcPct val="0"/>
                </a:spcAft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25"/>
                </a:spcBef>
                <a:spcAft>
                  <a:spcPct val="0"/>
                </a:spcAft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25"/>
                </a:spcBef>
                <a:spcAft>
                  <a:spcPct val="0"/>
                </a:spcAft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25"/>
                </a:spcBef>
                <a:spcAft>
                  <a:spcPct val="0"/>
                </a:spcAft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charset="0"/>
                </a:rPr>
                <a:t>TK KỸ THUẬT</a:t>
              </a:r>
            </a:p>
          </p:txBody>
        </p:sp>
        <p:sp>
          <p:nvSpPr>
            <p:cNvPr id="78" name="Text Box 215">
              <a:hlinkClick r:id="rId19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1951869" y="6055519"/>
              <a:ext cx="2177143" cy="28813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370" tIns="39685" rIns="79370" bIns="39685" anchor="ctr"/>
            <a:lstStyle>
              <a:lvl1pPr>
                <a:lnSpc>
                  <a:spcPct val="90000"/>
                </a:lnSpc>
                <a:spcBef>
                  <a:spcPts val="1050"/>
                </a:spcBef>
                <a:buFont typeface="Arial" charset="0"/>
                <a:buChar char="•"/>
                <a:defRPr sz="29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25"/>
                </a:spcBef>
                <a:buFont typeface="Arial" charset="0"/>
                <a:buChar char="•"/>
                <a:defRPr sz="25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25"/>
                </a:spcBef>
                <a:buFont typeface="Arial" charset="0"/>
                <a:buChar char="•"/>
                <a:defRPr sz="2100"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25"/>
                </a:spcBef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25"/>
                </a:spcBef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25"/>
                </a:spcBef>
                <a:spcAft>
                  <a:spcPct val="0"/>
                </a:spcAft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25"/>
                </a:spcBef>
                <a:spcAft>
                  <a:spcPct val="0"/>
                </a:spcAft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25"/>
                </a:spcBef>
                <a:spcAft>
                  <a:spcPct val="0"/>
                </a:spcAft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25"/>
                </a:spcBef>
                <a:spcAft>
                  <a:spcPct val="0"/>
                </a:spcAft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400">
                  <a:latin typeface="Arial" charset="0"/>
                </a:rPr>
                <a:t>TƯ VẤN LẬP DỰ ÁN</a:t>
              </a:r>
            </a:p>
          </p:txBody>
        </p:sp>
        <p:cxnSp>
          <p:nvCxnSpPr>
            <p:cNvPr id="108" name="Straight Arrow Connector 107"/>
            <p:cNvCxnSpPr/>
            <p:nvPr/>
          </p:nvCxnSpPr>
          <p:spPr>
            <a:xfrm>
              <a:off x="10270370" y="4589860"/>
              <a:ext cx="83305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48" name="Text Box 164">
              <a:hlinkClick r:id="rId20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2685143" y="3305175"/>
              <a:ext cx="1495274" cy="409575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rgbClr val="808080"/>
              </a:solidFill>
              <a:miter lim="800000"/>
              <a:headEnd/>
              <a:tailEnd/>
            </a:ln>
          </p:spPr>
          <p:txBody>
            <a:bodyPr lIns="79370" tIns="39685" rIns="79370" bIns="39685" anchor="ctr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en-US" sz="1200">
                  <a:latin typeface="Arial" charset="0"/>
                </a:rPr>
                <a:t>TÀI SẢN KHÁCH HÀNG</a:t>
              </a:r>
            </a:p>
          </p:txBody>
        </p:sp>
        <p:cxnSp>
          <p:nvCxnSpPr>
            <p:cNvPr id="81" name="Straight Arrow Connector 80"/>
            <p:cNvCxnSpPr>
              <a:cxnSpLocks/>
              <a:stCxn id="5141" idx="3"/>
            </p:cNvCxnSpPr>
            <p:nvPr/>
          </p:nvCxnSpPr>
          <p:spPr>
            <a:xfrm flipV="1">
              <a:off x="7972275" y="4588669"/>
              <a:ext cx="553357" cy="5954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50" name="Text Box 215">
              <a:hlinkClick r:id="rId21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8525632" y="4373167"/>
              <a:ext cx="1744738" cy="41195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370" tIns="39685" rIns="79370" bIns="39685" anchor="ctr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latin typeface="Arial" charset="0"/>
                </a:rPr>
                <a:t>QUẢN LÝ KHO NVL</a:t>
              </a:r>
            </a:p>
          </p:txBody>
        </p:sp>
        <p:cxnSp>
          <p:nvCxnSpPr>
            <p:cNvPr id="93" name="Straight Arrow Connector 92"/>
            <p:cNvCxnSpPr>
              <a:cxnSpLocks/>
              <a:endCxn id="5143" idx="1"/>
            </p:cNvCxnSpPr>
            <p:nvPr/>
          </p:nvCxnSpPr>
          <p:spPr>
            <a:xfrm>
              <a:off x="1012976" y="5838826"/>
              <a:ext cx="786190" cy="3572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/>
            <p:cNvSpPr/>
            <p:nvPr/>
          </p:nvSpPr>
          <p:spPr bwMode="auto">
            <a:xfrm>
              <a:off x="1499810" y="1200151"/>
              <a:ext cx="9098643" cy="783431"/>
            </a:xfrm>
            <a:prstGeom prst="rect">
              <a:avLst/>
            </a:prstGeom>
            <a:solidFill>
              <a:srgbClr val="8AFB7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63" tIns="39681" rIns="79363" bIns="39681" anchor="ctr"/>
            <a:lstStyle/>
            <a:p>
              <a:pPr algn="ctr" eaLnBrk="1" hangingPunct="1"/>
              <a:endParaRPr lang="en-US" altLang="en-US" sz="10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 eaLnBrk="1" hangingPunct="1"/>
              <a:r>
                <a:rPr lang="en-US" altLang="en-US" sz="16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           </a:t>
              </a:r>
              <a:r>
                <a:rPr lang="en-US" altLang="en-US" sz="1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QUÁ TRÌNH QUẢN LÝ CHUNG</a:t>
              </a:r>
            </a:p>
            <a:p>
              <a:pPr eaLnBrk="1" hangingPunct="1"/>
              <a:endParaRPr lang="en-US" altLang="en-US" sz="120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eaLnBrk="1" hangingPunct="1"/>
              <a:endParaRPr lang="en-US" altLang="en-US" sz="120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eaLnBrk="1" hangingPunct="1"/>
              <a:endParaRPr lang="en-US" altLang="en-US" sz="120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eaLnBrk="1" hangingPunct="1"/>
              <a:endParaRPr lang="en-US" altLang="en-US" sz="120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Pentagon 67">
              <a:hlinkClick r:id="rId22" action="ppaction://hlinksldjump"/>
            </p:cNvPr>
            <p:cNvSpPr/>
            <p:nvPr/>
          </p:nvSpPr>
          <p:spPr bwMode="auto">
            <a:xfrm>
              <a:off x="4565952" y="973931"/>
              <a:ext cx="1132417" cy="171450"/>
            </a:xfrm>
            <a:prstGeom prst="homePlate">
              <a:avLst/>
            </a:prstGeom>
            <a:solidFill>
              <a:srgbClr val="8AFB7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63" tIns="39681" rIns="79363" bIns="39681" anchor="ctr"/>
            <a:lstStyle/>
            <a:p>
              <a:pPr algn="ctr" eaLnBrk="1" hangingPunct="1">
                <a:defRPr/>
              </a:pPr>
              <a:r>
                <a:rPr lang="en-US" sz="1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MỤC ĐÍCH </a:t>
              </a:r>
            </a:p>
          </p:txBody>
        </p:sp>
        <p:sp>
          <p:nvSpPr>
            <p:cNvPr id="69" name="Pentagon 68">
              <a:hlinkClick r:id="" action="ppaction://noaction"/>
            </p:cNvPr>
            <p:cNvSpPr/>
            <p:nvPr/>
          </p:nvSpPr>
          <p:spPr bwMode="auto">
            <a:xfrm>
              <a:off x="6604000" y="971550"/>
              <a:ext cx="1161143" cy="171450"/>
            </a:xfrm>
            <a:prstGeom prst="homePlate">
              <a:avLst/>
            </a:prstGeom>
            <a:solidFill>
              <a:srgbClr val="8AFB7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63" tIns="39681" rIns="79363" bIns="39681" anchor="ctr"/>
            <a:lstStyle/>
            <a:p>
              <a:pPr algn="ctr" eaLnBrk="1" hangingPunct="1">
                <a:defRPr/>
              </a:pPr>
              <a:r>
                <a:rPr lang="en-US" sz="1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PHẠM VI </a:t>
              </a:r>
            </a:p>
          </p:txBody>
        </p:sp>
        <p:sp>
          <p:nvSpPr>
            <p:cNvPr id="70" name="Pentagon 69">
              <a:hlinkClick r:id="" action="ppaction://noaction"/>
            </p:cNvPr>
            <p:cNvSpPr/>
            <p:nvPr/>
          </p:nvSpPr>
          <p:spPr bwMode="auto">
            <a:xfrm>
              <a:off x="8273143" y="971550"/>
              <a:ext cx="1480155" cy="171450"/>
            </a:xfrm>
            <a:prstGeom prst="homePlate">
              <a:avLst/>
            </a:prstGeom>
            <a:solidFill>
              <a:srgbClr val="8AFB7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63" tIns="39681" rIns="79363" bIns="39681" anchor="ctr"/>
            <a:lstStyle/>
            <a:p>
              <a:pPr algn="ctr" eaLnBrk="1" hangingPunct="1">
                <a:defRPr/>
              </a:pPr>
              <a:r>
                <a:rPr lang="en-US" sz="1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BÊN QUAN TÂM</a:t>
              </a:r>
              <a:endParaRPr lang="en-US" sz="1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Pentagon 70"/>
            <p:cNvSpPr/>
            <p:nvPr/>
          </p:nvSpPr>
          <p:spPr bwMode="auto">
            <a:xfrm>
              <a:off x="2322286" y="973931"/>
              <a:ext cx="1204989" cy="171450"/>
            </a:xfrm>
            <a:prstGeom prst="homePlate">
              <a:avLst/>
            </a:prstGeom>
            <a:solidFill>
              <a:srgbClr val="8AFB7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63" tIns="39681" rIns="79363" bIns="39681" anchor="ctr"/>
            <a:lstStyle/>
            <a:p>
              <a:pPr algn="ctr" eaLnBrk="1" hangingPunct="1">
                <a:defRPr/>
              </a:pPr>
              <a:r>
                <a:rPr lang="en-US" sz="1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GIỚI THIỆU </a:t>
              </a:r>
            </a:p>
          </p:txBody>
        </p:sp>
        <p:sp>
          <p:nvSpPr>
            <p:cNvPr id="72" name="Pentagon 71">
              <a:hlinkClick r:id="rId23" action="ppaction://hlinkfile"/>
            </p:cNvPr>
            <p:cNvSpPr/>
            <p:nvPr/>
          </p:nvSpPr>
          <p:spPr bwMode="auto">
            <a:xfrm>
              <a:off x="8374442" y="1468041"/>
              <a:ext cx="2003273" cy="189309"/>
            </a:xfrm>
            <a:prstGeom prst="homePlat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63" tIns="39681" rIns="79363" bIns="39681" anchor="ctr"/>
            <a:lstStyle/>
            <a:p>
              <a:pPr algn="ctr" eaLnBrk="1" hangingPunct="1">
                <a:defRPr/>
              </a:pPr>
              <a:r>
                <a:rPr lang="en-US" sz="1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SƠ ĐỒ TỔ </a:t>
              </a:r>
              <a:r>
                <a:rPr lang="en-US" sz="1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CHỨC – MTCV </a:t>
              </a:r>
            </a:p>
          </p:txBody>
        </p:sp>
        <p:sp>
          <p:nvSpPr>
            <p:cNvPr id="73" name="Pentagon 72">
              <a:hlinkClick r:id="rId24" action="ppaction://hlinkfile"/>
            </p:cNvPr>
            <p:cNvSpPr/>
            <p:nvPr/>
          </p:nvSpPr>
          <p:spPr bwMode="auto">
            <a:xfrm>
              <a:off x="1669143" y="1469232"/>
              <a:ext cx="1959429" cy="189310"/>
            </a:xfrm>
            <a:prstGeom prst="homePlat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63" tIns="39681" rIns="79363" bIns="39681" anchor="ctr"/>
            <a:lstStyle/>
            <a:p>
              <a:pPr algn="ctr" eaLnBrk="1" hangingPunct="1">
                <a:defRPr/>
              </a:pPr>
              <a:r>
                <a:rPr lang="en-US" sz="1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CHÍNH SÁCH</a:t>
              </a:r>
            </a:p>
          </p:txBody>
        </p:sp>
        <p:sp>
          <p:nvSpPr>
            <p:cNvPr id="79" name="Pentagon 78">
              <a:hlinkClick r:id="rId25" action="ppaction://hlinkfile"/>
            </p:cNvPr>
            <p:cNvSpPr/>
            <p:nvPr/>
          </p:nvSpPr>
          <p:spPr bwMode="auto">
            <a:xfrm>
              <a:off x="1669143" y="1737122"/>
              <a:ext cx="1930703" cy="189309"/>
            </a:xfrm>
            <a:prstGeom prst="homePlat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63" tIns="39681" rIns="79363" bIns="39681" anchor="ctr"/>
            <a:lstStyle/>
            <a:p>
              <a:pPr algn="ctr" eaLnBrk="1" hangingPunct="1">
                <a:defRPr/>
              </a:pPr>
              <a:r>
                <a:rPr lang="en-US" sz="1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MỤC TIÊU – KẾ HOẠCH</a:t>
              </a:r>
            </a:p>
          </p:txBody>
        </p:sp>
        <p:sp>
          <p:nvSpPr>
            <p:cNvPr id="88" name="Pentagon 87">
              <a:hlinkClick r:id="rId26" action="ppaction://hlinkfile"/>
            </p:cNvPr>
            <p:cNvSpPr/>
            <p:nvPr/>
          </p:nvSpPr>
          <p:spPr bwMode="auto">
            <a:xfrm>
              <a:off x="8374442" y="1737122"/>
              <a:ext cx="2003273" cy="189309"/>
            </a:xfrm>
            <a:prstGeom prst="homePlat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63" tIns="39681" rIns="79363" bIns="39681" anchor="ctr"/>
            <a:lstStyle/>
            <a:p>
              <a:pPr algn="ctr" eaLnBrk="1" hangingPunct="1"/>
              <a:r>
                <a:rPr lang="en-US" altLang="en-US" sz="1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XEM XÉT CỦA L.ĐẠO</a:t>
              </a:r>
            </a:p>
          </p:txBody>
        </p:sp>
        <p:sp>
          <p:nvSpPr>
            <p:cNvPr id="89" name="Pentagon 88">
              <a:hlinkClick r:id="rId27" action="ppaction://hlinkfile"/>
            </p:cNvPr>
            <p:cNvSpPr/>
            <p:nvPr/>
          </p:nvSpPr>
          <p:spPr bwMode="auto">
            <a:xfrm>
              <a:off x="3846286" y="1469232"/>
              <a:ext cx="1852084" cy="189310"/>
            </a:xfrm>
            <a:prstGeom prst="homePlat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63" tIns="39681" rIns="79363" bIns="39681" anchor="ctr"/>
            <a:lstStyle/>
            <a:p>
              <a:pPr algn="ctr" eaLnBrk="1" hangingPunct="1"/>
              <a:r>
                <a:rPr lang="en-US" altLang="en-US" sz="1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KIỂM SOÁT TÀI LIỆU</a:t>
              </a:r>
            </a:p>
          </p:txBody>
        </p:sp>
        <p:sp>
          <p:nvSpPr>
            <p:cNvPr id="90" name="Pentagon 89">
              <a:hlinkClick r:id="rId28" action="ppaction://hlinkfile"/>
            </p:cNvPr>
            <p:cNvSpPr/>
            <p:nvPr/>
          </p:nvSpPr>
          <p:spPr bwMode="auto">
            <a:xfrm>
              <a:off x="3846286" y="1737122"/>
              <a:ext cx="1852084" cy="189309"/>
            </a:xfrm>
            <a:prstGeom prst="homePlat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63" tIns="39681" rIns="79363" bIns="39681" anchor="ctr"/>
            <a:lstStyle/>
            <a:p>
              <a:pPr algn="ctr" eaLnBrk="1" hangingPunct="1"/>
              <a:r>
                <a:rPr lang="en-US" altLang="en-US" sz="1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KIỂM SOÁT HỒ SƠ</a:t>
              </a:r>
            </a:p>
          </p:txBody>
        </p:sp>
        <p:sp>
          <p:nvSpPr>
            <p:cNvPr id="91" name="Pentagon 90">
              <a:hlinkClick r:id="rId29" action="ppaction://hlinkfile"/>
            </p:cNvPr>
            <p:cNvSpPr/>
            <p:nvPr/>
          </p:nvSpPr>
          <p:spPr bwMode="auto">
            <a:xfrm>
              <a:off x="5935738" y="1469232"/>
              <a:ext cx="2177143" cy="189310"/>
            </a:xfrm>
            <a:prstGeom prst="homePlat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63" tIns="39681" rIns="79363" bIns="39681" anchor="ctr"/>
            <a:lstStyle/>
            <a:p>
              <a:pPr algn="ctr" eaLnBrk="1" hangingPunct="1"/>
              <a:r>
                <a:rPr lang="en-US" altLang="en-US" sz="1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ĐÁNH GIÁ RỦI RO CƠ HỘI</a:t>
              </a:r>
            </a:p>
          </p:txBody>
        </p:sp>
        <p:sp>
          <p:nvSpPr>
            <p:cNvPr id="92" name="Pentagon 91">
              <a:hlinkClick r:id="rId29" action="ppaction://hlinkfile"/>
            </p:cNvPr>
            <p:cNvSpPr/>
            <p:nvPr/>
          </p:nvSpPr>
          <p:spPr bwMode="auto">
            <a:xfrm>
              <a:off x="5949346" y="1737122"/>
              <a:ext cx="2177143" cy="189309"/>
            </a:xfrm>
            <a:prstGeom prst="homePlat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63" tIns="39681" rIns="79363" bIns="39681" anchor="ctr"/>
            <a:lstStyle/>
            <a:p>
              <a:pPr algn="ctr" eaLnBrk="1" hangingPunct="1"/>
              <a:r>
                <a:rPr lang="en-US" altLang="en-US" sz="100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QUẢN LÝ THAY ĐỔI</a:t>
              </a:r>
            </a:p>
          </p:txBody>
        </p:sp>
        <p:sp>
          <p:nvSpPr>
            <p:cNvPr id="5165" name="Text Box 165">
              <a:hlinkClick r:id="rId30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2689680" y="2886075"/>
              <a:ext cx="1495273" cy="342900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lIns="79370" tIns="79370" rIns="79370" bIns="39685" anchor="ctr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en-US" sz="1200">
                  <a:latin typeface="Arial" charset="0"/>
                </a:rPr>
                <a:t>THIẾT BỊ ĐO</a:t>
              </a:r>
              <a:endParaRPr lang="en-US" altLang="en-US" sz="1200">
                <a:solidFill>
                  <a:srgbClr val="0000FF"/>
                </a:solidFill>
              </a:endParaRPr>
            </a:p>
          </p:txBody>
        </p:sp>
        <p:sp>
          <p:nvSpPr>
            <p:cNvPr id="5166" name="Text Box 215">
              <a:hlinkClick r:id="rId31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3918858" y="4366022"/>
              <a:ext cx="1859643" cy="447675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370" tIns="79370" rIns="79370" bIns="39685" anchor="ctr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latin typeface="Arial" charset="0"/>
                </a:rPr>
                <a:t>KẾ HOẠCH</a:t>
              </a:r>
            </a:p>
          </p:txBody>
        </p:sp>
        <p:sp>
          <p:nvSpPr>
            <p:cNvPr id="3" name="Diamond 2"/>
            <p:cNvSpPr/>
            <p:nvPr/>
          </p:nvSpPr>
          <p:spPr>
            <a:xfrm>
              <a:off x="6052156" y="4914901"/>
              <a:ext cx="1966988" cy="594122"/>
            </a:xfrm>
            <a:prstGeom prst="diamond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70" tIns="39685" rIns="79370" bIns="39685" anchor="ctr"/>
            <a:lstStyle/>
            <a:p>
              <a:pPr algn="ctr">
                <a:defRPr/>
              </a:pPr>
              <a:r>
                <a:rPr lang="en-US" sz="1200" dirty="0" err="1">
                  <a:solidFill>
                    <a:schemeClr val="tx1"/>
                  </a:solidFill>
                </a:rPr>
                <a:t>Kiểm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Soát</a:t>
              </a:r>
              <a:r>
                <a:rPr lang="en-US" sz="1200" dirty="0">
                  <a:solidFill>
                    <a:schemeClr val="tx1"/>
                  </a:solidFill>
                </a:rPr>
                <a:t> CL</a:t>
              </a:r>
            </a:p>
          </p:txBody>
        </p:sp>
        <p:sp>
          <p:nvSpPr>
            <p:cNvPr id="5168" name="Text Box 215">
              <a:hlinkClick r:id="rId21" action="ppaction://hlinkfile"/>
            </p:cNvPr>
            <p:cNvSpPr txBox="1">
              <a:spLocks noChangeArrowheads="1"/>
            </p:cNvSpPr>
            <p:nvPr/>
          </p:nvSpPr>
          <p:spPr bwMode="auto">
            <a:xfrm>
              <a:off x="6050643" y="6229351"/>
              <a:ext cx="1973036" cy="411956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79370" tIns="39685" rIns="79370" bIns="39685" anchor="ctr"/>
            <a:lstStyle>
              <a:lvl1pPr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000" b="1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latin typeface="Arial" charset="0"/>
                </a:rPr>
                <a:t>QUẢN LÝ KHO</a:t>
              </a:r>
            </a:p>
          </p:txBody>
        </p:sp>
        <p:cxnSp>
          <p:nvCxnSpPr>
            <p:cNvPr id="83" name="Straight Arrow Connector 82"/>
            <p:cNvCxnSpPr>
              <a:cxnSpLocks/>
              <a:stCxn id="5136" idx="3"/>
              <a:endCxn id="5166" idx="1"/>
            </p:cNvCxnSpPr>
            <p:nvPr/>
          </p:nvCxnSpPr>
          <p:spPr>
            <a:xfrm>
              <a:off x="3664857" y="4588669"/>
              <a:ext cx="254000" cy="119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/>
              <a:stCxn id="5166" idx="3"/>
              <a:endCxn id="5141" idx="1"/>
            </p:cNvCxnSpPr>
            <p:nvPr/>
          </p:nvCxnSpPr>
          <p:spPr>
            <a:xfrm>
              <a:off x="5778500" y="4589860"/>
              <a:ext cx="317500" cy="4763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Elbow 18"/>
            <p:cNvCxnSpPr>
              <a:cxnSpLocks/>
              <a:stCxn id="3" idx="2"/>
              <a:endCxn id="5140" idx="0"/>
            </p:cNvCxnSpPr>
            <p:nvPr/>
          </p:nvCxnSpPr>
          <p:spPr>
            <a:xfrm rot="5400000">
              <a:off x="6990566" y="5554862"/>
              <a:ext cx="91678" cy="0"/>
            </a:xfrm>
            <a:prstGeom prst="bentConnector3">
              <a:avLst>
                <a:gd name="adj1" fmla="val 50000"/>
              </a:avLst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/>
            <p:cNvCxnSpPr>
              <a:cxnSpLocks/>
              <a:stCxn id="5150" idx="2"/>
              <a:endCxn id="3" idx="3"/>
            </p:cNvCxnSpPr>
            <p:nvPr/>
          </p:nvCxnSpPr>
          <p:spPr>
            <a:xfrm rot="5400000">
              <a:off x="8494854" y="4309411"/>
              <a:ext cx="427434" cy="1378857"/>
            </a:xfrm>
            <a:prstGeom prst="bentConnector2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: Elbow 32"/>
            <p:cNvCxnSpPr>
              <a:stCxn id="3" idx="0"/>
              <a:endCxn id="5141" idx="2"/>
            </p:cNvCxnSpPr>
            <p:nvPr/>
          </p:nvCxnSpPr>
          <p:spPr>
            <a:xfrm rot="16200000" flipV="1">
              <a:off x="6978500" y="4856995"/>
              <a:ext cx="114300" cy="1511"/>
            </a:xfrm>
            <a:prstGeom prst="bentConnector3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Diamond 106"/>
            <p:cNvSpPr/>
            <p:nvPr/>
          </p:nvSpPr>
          <p:spPr>
            <a:xfrm>
              <a:off x="8338156" y="5543551"/>
              <a:ext cx="1966988" cy="594122"/>
            </a:xfrm>
            <a:prstGeom prst="diamond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370" tIns="39685" rIns="79370" bIns="39685" anchor="ctr"/>
            <a:lstStyle/>
            <a:p>
              <a:pPr algn="ctr">
                <a:defRPr/>
              </a:pPr>
              <a:r>
                <a:rPr lang="en-US" sz="1200" dirty="0" err="1">
                  <a:solidFill>
                    <a:schemeClr val="tx1"/>
                  </a:solidFill>
                </a:rPr>
                <a:t>Kiểm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Soát</a:t>
              </a:r>
              <a:r>
                <a:rPr lang="en-US" sz="1200" dirty="0">
                  <a:solidFill>
                    <a:schemeClr val="tx1"/>
                  </a:solidFill>
                </a:rPr>
                <a:t> CL</a:t>
              </a:r>
            </a:p>
          </p:txBody>
        </p:sp>
        <p:cxnSp>
          <p:nvCxnSpPr>
            <p:cNvPr id="38" name="Connector: Elbow 37"/>
            <p:cNvCxnSpPr>
              <a:cxnSpLocks/>
              <a:stCxn id="107" idx="1"/>
              <a:endCxn id="5140" idx="3"/>
            </p:cNvCxnSpPr>
            <p:nvPr/>
          </p:nvCxnSpPr>
          <p:spPr>
            <a:xfrm rot="10800000">
              <a:off x="8019144" y="5838826"/>
              <a:ext cx="319012" cy="2381"/>
            </a:xfrm>
            <a:prstGeom prst="bentConnector3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Elbow 42"/>
            <p:cNvCxnSpPr>
              <a:cxnSpLocks/>
              <a:stCxn id="5140" idx="2"/>
              <a:endCxn id="5168" idx="0"/>
            </p:cNvCxnSpPr>
            <p:nvPr/>
          </p:nvCxnSpPr>
          <p:spPr>
            <a:xfrm rot="16200000" flipH="1">
              <a:off x="6960205" y="6153150"/>
              <a:ext cx="152400" cy="0"/>
            </a:xfrm>
            <a:prstGeom prst="bentConnector3">
              <a:avLst>
                <a:gd name="adj1" fmla="val 50000"/>
              </a:avLst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: Elbow 44"/>
            <p:cNvCxnSpPr>
              <a:cxnSpLocks/>
              <a:stCxn id="5168" idx="3"/>
            </p:cNvCxnSpPr>
            <p:nvPr/>
          </p:nvCxnSpPr>
          <p:spPr>
            <a:xfrm flipV="1">
              <a:off x="8023680" y="6435329"/>
              <a:ext cx="3075214" cy="0"/>
            </a:xfrm>
            <a:prstGeom prst="bentConnector3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: Elbow 50"/>
            <p:cNvCxnSpPr>
              <a:cxnSpLocks/>
              <a:stCxn id="5143" idx="3"/>
              <a:endCxn id="5140" idx="1"/>
            </p:cNvCxnSpPr>
            <p:nvPr/>
          </p:nvCxnSpPr>
          <p:spPr>
            <a:xfrm flipV="1">
              <a:off x="4266595" y="5838826"/>
              <a:ext cx="1785560" cy="3572"/>
            </a:xfrm>
            <a:prstGeom prst="bentConnector3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: Elbow 52"/>
            <p:cNvCxnSpPr>
              <a:cxnSpLocks/>
              <a:stCxn id="5143" idx="0"/>
              <a:endCxn id="5166" idx="2"/>
            </p:cNvCxnSpPr>
            <p:nvPr/>
          </p:nvCxnSpPr>
          <p:spPr>
            <a:xfrm rot="5400000" flipH="1" flipV="1">
              <a:off x="3703251" y="4143328"/>
              <a:ext cx="475059" cy="1815798"/>
            </a:xfrm>
            <a:prstGeom prst="bentConnector3">
              <a:avLst/>
            </a:prstGeom>
            <a:ln w="317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6" name="Picture 75"/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64858" y="68708"/>
              <a:ext cx="895350" cy="44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" name="Rectangle 3"/>
          <p:cNvSpPr/>
          <p:nvPr/>
        </p:nvSpPr>
        <p:spPr>
          <a:xfrm>
            <a:off x="609599" y="334404"/>
            <a:ext cx="10077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Sơ đồ tổ chức hệ thống quản lý chất lượng (QMS) của M&amp;C Electronics Vina</a:t>
            </a:r>
            <a:endParaRPr lang="en-US" altLang="en-US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4" name="Rectangle 83"/>
          <p:cNvSpPr/>
          <p:nvPr/>
        </p:nvSpPr>
        <p:spPr>
          <a:xfrm flipV="1">
            <a:off x="823687" y="707108"/>
            <a:ext cx="9906000" cy="4571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08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605</Words>
  <Application>Microsoft Office PowerPoint</Application>
  <PresentationFormat>Widescreen</PresentationFormat>
  <Paragraphs>142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SimSun</vt:lpstr>
      <vt:lpstr>Arial</vt:lpstr>
      <vt:lpstr>Calibri</vt:lpstr>
      <vt:lpstr>Calibri Light</vt:lpstr>
      <vt:lpstr>Tahoma</vt:lpstr>
      <vt:lpstr>Times New Roman</vt:lpstr>
      <vt:lpstr>VNI-Helve-Condense</vt:lpstr>
      <vt:lpstr>Wingdings</vt:lpstr>
      <vt:lpstr>Office Theme</vt:lpstr>
      <vt:lpstr>1_Custom Design</vt:lpstr>
      <vt:lpstr>Custom Design</vt:lpstr>
      <vt:lpstr>Sơ đồ tổ chức hệ thống quản lý chất lượng  (QMS) Cty M&amp;C Electronics Vina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Charlie</dc:creator>
  <cp:lastModifiedBy>Admin</cp:lastModifiedBy>
  <cp:revision>24</cp:revision>
  <cp:lastPrinted>2020-06-10T04:28:58Z</cp:lastPrinted>
  <dcterms:created xsi:type="dcterms:W3CDTF">2020-04-22T20:52:24Z</dcterms:created>
  <dcterms:modified xsi:type="dcterms:W3CDTF">2022-05-17T08:48:55Z</dcterms:modified>
</cp:coreProperties>
</file>