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3200" kern="1200">
        <a:solidFill>
          <a:schemeClr val="folHlink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5" autoAdjust="0"/>
    <p:restoredTop sz="94660"/>
  </p:normalViewPr>
  <p:slideViewPr>
    <p:cSldViewPr showGuides="1">
      <p:cViewPr varScale="1">
        <p:scale>
          <a:sx n="89" d="100"/>
          <a:sy n="89" d="100"/>
        </p:scale>
        <p:origin x="-120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EE17A758-75D7-AEA6-55E1-BCDCA539540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>
              <a:extLst>
                <a:ext uri="{FF2B5EF4-FFF2-40B4-BE49-F238E27FC236}">
                  <a16:creationId xmlns:a16="http://schemas.microsoft.com/office/drawing/2014/main" id="{57CF49B1-85BB-2C52-F966-84F17DA13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4" name="Rectangle 4">
                <a:extLst>
                  <a:ext uri="{FF2B5EF4-FFF2-40B4-BE49-F238E27FC236}">
                    <a16:creationId xmlns:a16="http://schemas.microsoft.com/office/drawing/2014/main" id="{354DBECE-E6C8-BD6B-8FA1-1DFE4143B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125" name="Rectangle 5">
                <a:extLst>
                  <a:ext uri="{FF2B5EF4-FFF2-40B4-BE49-F238E27FC236}">
                    <a16:creationId xmlns:a16="http://schemas.microsoft.com/office/drawing/2014/main" id="{394DFA59-334E-2CD2-7DC9-461CB95C2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5126" name="Group 6">
              <a:extLst>
                <a:ext uri="{FF2B5EF4-FFF2-40B4-BE49-F238E27FC236}">
                  <a16:creationId xmlns:a16="http://schemas.microsoft.com/office/drawing/2014/main" id="{982A5559-DCE3-1B85-F99F-688016E68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7" name="Rectangle 7">
                <a:extLst>
                  <a:ext uri="{FF2B5EF4-FFF2-40B4-BE49-F238E27FC236}">
                    <a16:creationId xmlns:a16="http://schemas.microsoft.com/office/drawing/2014/main" id="{1E0CEAF0-5715-B497-D95C-E8AE7EFB0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128" name="Rectangle 8">
                <a:extLst>
                  <a:ext uri="{FF2B5EF4-FFF2-40B4-BE49-F238E27FC236}">
                    <a16:creationId xmlns:a16="http://schemas.microsoft.com/office/drawing/2014/main" id="{33E1814A-4605-9F6A-E7F2-4A4B5CDF2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129" name="Rectangle 9">
              <a:extLst>
                <a:ext uri="{FF2B5EF4-FFF2-40B4-BE49-F238E27FC236}">
                  <a16:creationId xmlns:a16="http://schemas.microsoft.com/office/drawing/2014/main" id="{3181CC98-3716-BFF9-4985-7C251846A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0A8162AE-0998-6764-76DE-43C6E001F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A53DA601-C08B-D461-9390-155573F989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132" name="Rectangle 12">
            <a:extLst>
              <a:ext uri="{FF2B5EF4-FFF2-40B4-BE49-F238E27FC236}">
                <a16:creationId xmlns:a16="http://schemas.microsoft.com/office/drawing/2014/main" id="{5FC74C00-D80A-BA06-64C2-3F9207AF99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26F9FCD1-FFE1-F8FF-A424-29D6545E5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C5F9638A-F72A-F07B-FDFB-4470DAE73F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8355B549-B1F6-CF44-DCFA-2006F263F4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066E4D2B-971D-4841-3356-0D3BC04F19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98D05A3-0D7A-44D7-9D12-790422BB6B3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F62AF-E393-92B0-200E-699FF1CC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F9212E-25CA-5483-E984-CCCDEEFDC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350D2-C06A-A403-11C1-AD2C7603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330EB2-0176-79F7-B356-0565A203C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9F086-BA49-8602-7942-E58305E8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91EB6-4066-4B40-B7F9-1940023E9F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92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0BF72-26DB-3EF7-74FA-F3D8C472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11BE8-E9D1-ACD3-E39B-AF8B9939E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46B49-854D-7155-8BF4-AB221EFB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FD0BA-15DB-71AE-7B28-BD90FA1FC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F9EE3-B3CB-EE05-1C46-65D140A4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A201F-EA54-44EA-B29E-11674C11BA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786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94FEB-2BA5-0990-8450-3C829EDB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A87F8-8DA7-3F1A-2B46-BC9C204F1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EA52D5-0EEB-D721-7F0A-EEF0609C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937F21-A857-B39B-1C91-565A4454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CF2C33-1DFE-81D2-C1A7-ECD66620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0C045D-40F9-D921-29D5-CCDCF9E4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4F0BFD-3810-425A-894D-3F11ABCAE2E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019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69ECD-877E-D129-A66C-B9B04D67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18C42-D0D7-0EBB-49AC-475CA0666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8D5DE3-170A-16E7-036E-1D66D56DD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063D31-23DC-8BA3-4D5C-638986449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EA3E68-4B09-5AB0-057B-A0AC75D48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7261741-4797-40BD-0864-DD44DBE5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E17012-965A-D9D7-1645-B141C209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EE708B-91E7-A6FC-1476-1897A29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CD826-2A82-48BA-937A-9C5F37F99F0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394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872EA-889D-3965-75A7-7BC42419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94D1E6-F511-A57B-F0B6-98C9BBC0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3BF58A-2454-950C-836B-B22FCA45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5110D5-6880-6491-3FBB-E3DCFFBE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99252-BA52-462B-AD61-F9CC4094054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709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C4321D-9A97-D482-492C-1C0B0869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B7E326-C37C-9FAA-E418-63315512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35BF5-0C5E-B21E-0527-30E62F1B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FEA26-7DB5-4D35-B687-2EA2610EFBB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833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E2176-240B-ED38-6C69-12CCAD6D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3E7F2-A695-E05D-FB69-2E25BCC7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C73456-9D52-7865-F16A-670CA2618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E55385-ADD8-E301-3164-9B5672AA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CF2427-A971-ABAF-7E6A-885D0D27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4AAA7-9CFC-62C1-E6C1-15DAD0CF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56353-DFC4-4C72-916D-C923C265BC9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936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C7CD1-1C99-1797-0833-3EB9DCB72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AAC511-E3AA-C8ED-E45C-FF224358F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28B3C5-5051-0DA1-3606-EE3E13261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E0997F-C633-2296-AA64-E572A580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FF4413-F6AD-8DAB-0FAD-8B01A6B0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29548-79DA-EB81-3795-65E00791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3251D-4EC8-4C30-85D2-455ED2A555C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933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49BAB-96A4-036B-4DDD-3A06ED58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D8DB64-3524-9C69-E16C-7496CF97D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6107A-29CA-CEB5-2AD5-0D333CFAA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508733-5A91-4CB6-881C-F7743D8D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DF2A7-1EB7-5686-71D1-4AE1DCD6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F3038-376A-4EA6-9E0F-EF0140B0DCA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340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B83E9E-8F82-1B99-4CAA-81FE6291D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6CBC08-FDAD-935F-CC33-B4717EB28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6C525-A66A-3F95-A030-EAC15BD7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E0FB7-F29F-3A84-0354-0E768492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C36F9F-4A48-7507-48AC-E26A1AA9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50B5D-5D28-401C-B10B-280F88F1ACA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460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1B494EE-9159-A5EA-CBB8-725480616D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BA6CD58-F00C-F7B9-7DEB-9506A5F03F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A52C7054-CF45-D51B-C482-36B3FECE5B4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D48688D-E1C3-F3AB-45AF-4D64354053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DAAAB21-C365-D70F-D242-40FA316D3A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7F5CDCA-C64B-158B-B570-C7C26EBDDB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9F70FFC4-E155-1DBA-5B38-0FA12801BB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lang="ko-KR" altLang="ko-KR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BD7CAB84-8A01-1482-0D87-625DBD156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368023F2-7F3F-84DF-F779-92597C6B8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B27D80D1-BDEB-63C9-55BC-4992E945EA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90C8BE3-31A4-F73A-8B38-B0AF4F7096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A648A0E4-7CF5-9B54-38D8-EF3A51F76A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tx1"/>
                </a:solidFill>
              </a:defRPr>
            </a:lvl1pPr>
          </a:lstStyle>
          <a:p>
            <a:fld id="{5C73CFCC-E87F-4556-8977-5D9828EB033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87BD03B-92F0-3183-49B1-3FAAC3B0D1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Excel</a:t>
            </a:r>
            <a:r>
              <a:rPr lang="ko-KR" altLang="en-US"/>
              <a:t>을 이용한 </a:t>
            </a:r>
            <a:r>
              <a:rPr lang="en-US" altLang="ko-KR"/>
              <a:t>FAIR </a:t>
            </a:r>
            <a:r>
              <a:rPr lang="ko-KR" altLang="en-US"/>
              <a:t>작성방법 안내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AC97B61-6AAC-02E4-E0D0-9D438FFEE0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797425"/>
            <a:ext cx="6400800" cy="841375"/>
          </a:xfrm>
        </p:spPr>
        <p:txBody>
          <a:bodyPr/>
          <a:lstStyle/>
          <a:p>
            <a:r>
              <a:rPr lang="ko-KR" altLang="en-US"/>
              <a:t>제조품질팀</a:t>
            </a:r>
          </a:p>
          <a:p>
            <a:r>
              <a:rPr lang="en-US" altLang="ko-KR"/>
              <a:t>30-Nov-2010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C46DCF8-52FC-7DF5-F234-29F409541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chemeClr val="folHlink"/>
                </a:solidFill>
              </a:rPr>
              <a:t>FAIR pdf</a:t>
            </a:r>
            <a:r>
              <a:rPr lang="ko-KR" altLang="en-US">
                <a:solidFill>
                  <a:schemeClr val="folHlink"/>
                </a:solidFill>
              </a:rPr>
              <a:t>파일 </a:t>
            </a:r>
            <a:r>
              <a:rPr lang="ko-KR" altLang="en-US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lang="ko-KR" altLang="en-US">
                <a:solidFill>
                  <a:schemeClr val="folHlink"/>
                </a:solidFill>
              </a:rPr>
              <a:t> </a:t>
            </a:r>
            <a:r>
              <a:rPr lang="en-US" altLang="ko-KR">
                <a:solidFill>
                  <a:schemeClr val="folHlink"/>
                </a:solidFill>
              </a:rPr>
              <a:t>text</a:t>
            </a:r>
            <a:r>
              <a:rPr lang="ko-KR" altLang="en-US">
                <a:solidFill>
                  <a:schemeClr val="folHlink"/>
                </a:solidFill>
              </a:rPr>
              <a:t>파일로 변환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648A9CD-80C9-B4AA-A666-591131070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16986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ko-KR"/>
              <a:t>FAIR PDF </a:t>
            </a:r>
            <a:r>
              <a:rPr lang="ko-KR" altLang="en-US"/>
              <a:t>파일 열기</a:t>
            </a:r>
          </a:p>
          <a:p>
            <a:pPr marL="838200" lvl="1" indent="-381000">
              <a:buFont typeface="Wingdings" panose="05000000000000000000" pitchFamily="2" charset="2"/>
              <a:buNone/>
            </a:pPr>
            <a:r>
              <a:rPr lang="ko-KR" altLang="en-US"/>
              <a:t>편집</a:t>
            </a:r>
            <a:r>
              <a:rPr lang="ko-KR" altLang="en-US">
                <a:sym typeface="Wingdings" panose="05000000000000000000" pitchFamily="2" charset="2"/>
              </a:rPr>
              <a:t>전체선택복사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ko-KR"/>
              <a:t>Notepad </a:t>
            </a:r>
            <a:r>
              <a:rPr lang="ko-KR" altLang="en-US"/>
              <a:t>열기</a:t>
            </a:r>
          </a:p>
          <a:p>
            <a:pPr marL="838200" lvl="1" indent="-381000">
              <a:buFont typeface="Wingdings" panose="05000000000000000000" pitchFamily="2" charset="2"/>
              <a:buNone/>
            </a:pPr>
            <a:r>
              <a:rPr lang="ko-KR" altLang="en-US"/>
              <a:t>붙여넣기</a:t>
            </a:r>
            <a:r>
              <a:rPr lang="ko-KR" altLang="en-US">
                <a:sym typeface="Wingdings" panose="05000000000000000000" pitchFamily="2" charset="2"/>
              </a:rPr>
              <a:t> 저장</a:t>
            </a:r>
            <a:endParaRPr lang="ko-KR" alt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D0FD6960-C35D-2362-C0FA-BDC66C4AF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933825"/>
            <a:ext cx="32099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>
            <a:extLst>
              <a:ext uri="{FF2B5EF4-FFF2-40B4-BE49-F238E27FC236}">
                <a16:creationId xmlns:a16="http://schemas.microsoft.com/office/drawing/2014/main" id="{075FE02F-E03B-C513-6555-2A6B47DDA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005263"/>
            <a:ext cx="3529012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4" name="AutoShape 6">
            <a:extLst>
              <a:ext uri="{FF2B5EF4-FFF2-40B4-BE49-F238E27FC236}">
                <a16:creationId xmlns:a16="http://schemas.microsoft.com/office/drawing/2014/main" id="{A6555CED-2A23-C454-2088-8F4561AEF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013325"/>
            <a:ext cx="720725" cy="503238"/>
          </a:xfrm>
          <a:prstGeom prst="rightArrow">
            <a:avLst>
              <a:gd name="adj1" fmla="val 50000"/>
              <a:gd name="adj2" fmla="val 35804"/>
            </a:avLst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E02F0D9F-64FC-7363-29F0-EB6091F09B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2205038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showAsIcon="1" r:id="rId4" imgW="914400" imgH="685800" progId="Excel.Sheet.8">
                  <p:embed/>
                </p:oleObj>
              </mc:Choice>
              <mc:Fallback>
                <p:oleObj name="워크시트" showAsIcon="1" r:id="rId4" imgW="914400" imgH="68580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2205038"/>
                        <a:ext cx="91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>
            <a:extLst>
              <a:ext uri="{FF2B5EF4-FFF2-40B4-BE49-F238E27FC236}">
                <a16:creationId xmlns:a16="http://schemas.microsoft.com/office/drawing/2014/main" id="{8879D614-80C1-223E-2EA7-CBCF97A73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205038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6" imgW="914400" imgH="685800" progId="AcroExch.Document.7">
                  <p:embed/>
                </p:oleObj>
              </mc:Choice>
              <mc:Fallback>
                <p:oleObj name="Acrobat Document" showAsIcon="1" r:id="rId6" imgW="914400" imgH="685800" progId="AcroExch.Document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05038"/>
                        <a:ext cx="91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3F43AA0-73B7-DD60-CCD5-C6A8DE25EC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>
                <a:solidFill>
                  <a:schemeClr val="folHlink"/>
                </a:solidFill>
              </a:rPr>
              <a:t>Text</a:t>
            </a:r>
            <a:r>
              <a:rPr lang="ko-KR" altLang="en-US" sz="2800">
                <a:solidFill>
                  <a:schemeClr val="folHlink"/>
                </a:solidFill>
              </a:rPr>
              <a:t>파일 </a:t>
            </a:r>
            <a:r>
              <a:rPr lang="ko-KR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 </a:t>
            </a:r>
            <a:r>
              <a:rPr lang="en-US" altLang="ko-KR" sz="2800">
                <a:solidFill>
                  <a:schemeClr val="folHlink"/>
                </a:solidFill>
                <a:sym typeface="Wingdings" panose="05000000000000000000" pitchFamily="2" charset="2"/>
              </a:rPr>
              <a:t>rpt</a:t>
            </a:r>
            <a:r>
              <a:rPr lang="ko-KR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파일</a:t>
            </a:r>
            <a:r>
              <a:rPr lang="ko-KR" altLang="en-US" sz="2800">
                <a:solidFill>
                  <a:schemeClr val="folHlink"/>
                </a:solidFill>
              </a:rPr>
              <a:t>로 변환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A5B3F76-A0BB-336C-1942-980BA3AD4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1844675"/>
            <a:ext cx="7772400" cy="6191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ko-KR"/>
              <a:t>AS9102 FORM PP </a:t>
            </a:r>
            <a:r>
              <a:rPr lang="ko-KR" altLang="en-US"/>
              <a:t>열기</a:t>
            </a:r>
            <a:r>
              <a:rPr lang="en-US" altLang="ko-KR"/>
              <a:t>; ① ~ ⑥</a:t>
            </a:r>
            <a:r>
              <a:rPr lang="ko-KR" altLang="en-US"/>
              <a:t>후 </a:t>
            </a:r>
            <a:r>
              <a:rPr lang="en-US" altLang="ko-KR"/>
              <a:t>.rpt </a:t>
            </a:r>
            <a:r>
              <a:rPr lang="ko-KR" altLang="en-US"/>
              <a:t>파일 창생됨</a:t>
            </a:r>
            <a:r>
              <a:rPr lang="en-US" altLang="ko-KR">
                <a:solidFill>
                  <a:schemeClr val="folHlink"/>
                </a:solidFill>
              </a:rPr>
              <a:t>.</a:t>
            </a:r>
            <a:endParaRPr lang="en-US" altLang="ko-KR"/>
          </a:p>
          <a:p>
            <a:pPr marL="838200" lvl="1" indent="-381000"/>
            <a:endParaRPr lang="en-US" altLang="ko-KR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37131477-7E2D-4095-65D5-E1D392B4B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36838"/>
            <a:ext cx="4679950" cy="377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3" name="AutoShape 5">
            <a:extLst>
              <a:ext uri="{FF2B5EF4-FFF2-40B4-BE49-F238E27FC236}">
                <a16:creationId xmlns:a16="http://schemas.microsoft.com/office/drawing/2014/main" id="{CE45DE17-BC0C-6E63-5643-3BE584BD2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349500"/>
            <a:ext cx="1584325" cy="647700"/>
          </a:xfrm>
          <a:prstGeom prst="wedgeRoundRectCallout">
            <a:avLst>
              <a:gd name="adj1" fmla="val -80861"/>
              <a:gd name="adj2" fmla="val 66912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②ERP-Data</a:t>
            </a:r>
          </a:p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 Read </a:t>
            </a:r>
            <a:r>
              <a:rPr lang="ko-KR" altLang="en-US" sz="1400">
                <a:solidFill>
                  <a:schemeClr val="folHlink"/>
                </a:solidFill>
              </a:rPr>
              <a:t>클릭</a:t>
            </a:r>
          </a:p>
        </p:txBody>
      </p:sp>
      <p:sp>
        <p:nvSpPr>
          <p:cNvPr id="12294" name="AutoShape 6">
            <a:extLst>
              <a:ext uri="{FF2B5EF4-FFF2-40B4-BE49-F238E27FC236}">
                <a16:creationId xmlns:a16="http://schemas.microsoft.com/office/drawing/2014/main" id="{2D46664B-23AD-8717-AE78-410F43C1A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789363"/>
            <a:ext cx="1584325" cy="647700"/>
          </a:xfrm>
          <a:prstGeom prst="wedgeRoundRectCallout">
            <a:avLst>
              <a:gd name="adj1" fmla="val -88278"/>
              <a:gd name="adj2" fmla="val -3505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④ERP-Data</a:t>
            </a:r>
          </a:p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 Read </a:t>
            </a:r>
            <a:r>
              <a:rPr lang="ko-KR" altLang="en-US" sz="1400">
                <a:solidFill>
                  <a:schemeClr val="folHlink"/>
                </a:solidFill>
              </a:rPr>
              <a:t>클릭</a:t>
            </a:r>
          </a:p>
        </p:txBody>
      </p:sp>
      <p:sp>
        <p:nvSpPr>
          <p:cNvPr id="12295" name="AutoShape 7">
            <a:extLst>
              <a:ext uri="{FF2B5EF4-FFF2-40B4-BE49-F238E27FC236}">
                <a16:creationId xmlns:a16="http://schemas.microsoft.com/office/drawing/2014/main" id="{707B5185-DB06-2CB2-A1ED-6A134AD0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068638"/>
            <a:ext cx="1584325" cy="647700"/>
          </a:xfrm>
          <a:prstGeom prst="wedgeRoundRectCallout">
            <a:avLst>
              <a:gd name="adj1" fmla="val -90681"/>
              <a:gd name="adj2" fmla="val 19116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③ERP-Data</a:t>
            </a:r>
          </a:p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 Read </a:t>
            </a:r>
            <a:r>
              <a:rPr lang="ko-KR" altLang="en-US" sz="1400">
                <a:solidFill>
                  <a:schemeClr val="folHlink"/>
                </a:solidFill>
              </a:rPr>
              <a:t>클릭</a:t>
            </a:r>
          </a:p>
        </p:txBody>
      </p:sp>
      <p:sp>
        <p:nvSpPr>
          <p:cNvPr id="12296" name="AutoShape 8">
            <a:extLst>
              <a:ext uri="{FF2B5EF4-FFF2-40B4-BE49-F238E27FC236}">
                <a16:creationId xmlns:a16="http://schemas.microsoft.com/office/drawing/2014/main" id="{6AA2DCD5-9DFA-AE23-B01B-653579A6F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868863"/>
            <a:ext cx="1584325" cy="647700"/>
          </a:xfrm>
          <a:prstGeom prst="wedgeRoundRectCallout">
            <a:avLst>
              <a:gd name="adj1" fmla="val 76755"/>
              <a:gd name="adj2" fmla="val -11028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①</a:t>
            </a:r>
            <a:r>
              <a:rPr lang="ko-KR" altLang="en-US" sz="1400">
                <a:solidFill>
                  <a:schemeClr val="folHlink"/>
                </a:solidFill>
              </a:rPr>
              <a:t>저장한 </a:t>
            </a:r>
            <a:r>
              <a:rPr lang="en-US" altLang="ko-KR" sz="1400">
                <a:solidFill>
                  <a:schemeClr val="folHlink"/>
                </a:solidFill>
              </a:rPr>
              <a:t>Text </a:t>
            </a:r>
          </a:p>
          <a:p>
            <a:pPr algn="ctr"/>
            <a:r>
              <a:rPr lang="ko-KR" altLang="en-US" sz="1400">
                <a:solidFill>
                  <a:schemeClr val="folHlink"/>
                </a:solidFill>
              </a:rPr>
              <a:t>파일 선택</a:t>
            </a:r>
          </a:p>
        </p:txBody>
      </p:sp>
      <p:sp>
        <p:nvSpPr>
          <p:cNvPr id="12297" name="AutoShape 9">
            <a:extLst>
              <a:ext uri="{FF2B5EF4-FFF2-40B4-BE49-F238E27FC236}">
                <a16:creationId xmlns:a16="http://schemas.microsoft.com/office/drawing/2014/main" id="{41F61D9B-BB90-4868-EADF-ADA8A99A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652963"/>
            <a:ext cx="1584325" cy="647700"/>
          </a:xfrm>
          <a:prstGeom prst="wedgeRoundRectCallout">
            <a:avLst>
              <a:gd name="adj1" fmla="val -83468"/>
              <a:gd name="adj2" fmla="val -100245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⑤ERP-Data</a:t>
            </a:r>
          </a:p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 Read </a:t>
            </a:r>
            <a:r>
              <a:rPr lang="ko-KR" altLang="en-US" sz="1400">
                <a:solidFill>
                  <a:schemeClr val="folHlink"/>
                </a:solidFill>
              </a:rPr>
              <a:t>클릭</a:t>
            </a:r>
          </a:p>
        </p:txBody>
      </p:sp>
      <p:sp>
        <p:nvSpPr>
          <p:cNvPr id="12298" name="AutoShape 10">
            <a:extLst>
              <a:ext uri="{FF2B5EF4-FFF2-40B4-BE49-F238E27FC236}">
                <a16:creationId xmlns:a16="http://schemas.microsoft.com/office/drawing/2014/main" id="{D6310027-0032-E4A7-40D0-01CE2C8D5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734050"/>
            <a:ext cx="1584325" cy="647700"/>
          </a:xfrm>
          <a:prstGeom prst="wedgeRoundRectCallout">
            <a:avLst>
              <a:gd name="adj1" fmla="val -96093"/>
              <a:gd name="adj2" fmla="val 882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⑥ERP-Data</a:t>
            </a:r>
          </a:p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 Read </a:t>
            </a:r>
            <a:r>
              <a:rPr lang="ko-KR" altLang="en-US" sz="1400">
                <a:solidFill>
                  <a:schemeClr val="folHlink"/>
                </a:solidFill>
              </a:rPr>
              <a:t>클릭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47E6E2F-B81B-A7A5-ABE5-7C57EAA42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>
                <a:solidFill>
                  <a:schemeClr val="folHlink"/>
                </a:solidFill>
                <a:sym typeface="Wingdings" panose="05000000000000000000" pitchFamily="2" charset="2"/>
              </a:rPr>
              <a:t>Rpt</a:t>
            </a:r>
            <a:r>
              <a:rPr lang="ko-KR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파일</a:t>
            </a:r>
            <a:r>
              <a:rPr lang="ko-KR" altLang="en-US" sz="2800">
                <a:solidFill>
                  <a:schemeClr val="folHlink"/>
                </a:solidFill>
              </a:rPr>
              <a:t> </a:t>
            </a:r>
            <a:r>
              <a:rPr lang="ko-KR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lang="ko-KR" altLang="en-US" sz="2800">
                <a:solidFill>
                  <a:schemeClr val="folHlink"/>
                </a:solidFill>
              </a:rPr>
              <a:t> </a:t>
            </a:r>
            <a:r>
              <a:rPr lang="en-US" altLang="ko-KR" sz="2800">
                <a:solidFill>
                  <a:schemeClr val="folHlink"/>
                </a:solidFill>
              </a:rPr>
              <a:t>Excel</a:t>
            </a:r>
            <a:r>
              <a:rPr lang="ko-KR" altLang="en-US" sz="2800">
                <a:solidFill>
                  <a:schemeClr val="folHlink"/>
                </a:solidFill>
              </a:rPr>
              <a:t>파일에 입력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6AA55CE-9093-35BD-13B4-1FD18F06A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74662"/>
          </a:xfrm>
        </p:spPr>
        <p:txBody>
          <a:bodyPr/>
          <a:lstStyle/>
          <a:p>
            <a:r>
              <a:rPr lang="en-US" altLang="ko-KR"/>
              <a:t>Excel </a:t>
            </a:r>
            <a:r>
              <a:rPr lang="ko-KR" altLang="en-US"/>
              <a:t>파일 열기</a:t>
            </a:r>
            <a:r>
              <a:rPr lang="ko-KR" altLang="en-US">
                <a:sym typeface="Wingdings" panose="05000000000000000000" pitchFamily="2" charset="2"/>
              </a:rPr>
              <a:t> </a:t>
            </a:r>
            <a:r>
              <a:rPr lang="en-US" altLang="ko-KR">
                <a:sym typeface="Wingdings" panose="05000000000000000000" pitchFamily="2" charset="2"/>
              </a:rPr>
              <a:t>Form1 </a:t>
            </a:r>
            <a:r>
              <a:rPr lang="ko-KR" altLang="en-US">
                <a:sym typeface="Wingdings" panose="05000000000000000000" pitchFamily="2" charset="2"/>
              </a:rPr>
              <a:t>선택</a:t>
            </a:r>
            <a:endParaRPr lang="ko-KR" altLang="en-US"/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B821B81D-F937-2C4B-D219-4C5222136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5516563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패키지" showAsIcon="1" r:id="rId2" imgW="914400" imgH="685800" progId="Package">
                  <p:embed/>
                </p:oleObj>
              </mc:Choice>
              <mc:Fallback>
                <p:oleObj name="패키지" showAsIcon="1" r:id="rId2" imgW="914400" imgH="685800" progId="Packag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516563"/>
                        <a:ext cx="91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1" name="Picture 5">
            <a:extLst>
              <a:ext uri="{FF2B5EF4-FFF2-40B4-BE49-F238E27FC236}">
                <a16:creationId xmlns:a16="http://schemas.microsoft.com/office/drawing/2014/main" id="{3E55F10D-6D2D-C15F-E8EA-04B0F3F8C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2708275"/>
            <a:ext cx="5688012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2" name="AutoShape 6">
            <a:extLst>
              <a:ext uri="{FF2B5EF4-FFF2-40B4-BE49-F238E27FC236}">
                <a16:creationId xmlns:a16="http://schemas.microsoft.com/office/drawing/2014/main" id="{151BB646-4652-11E2-9309-61A6EFEA1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581525"/>
            <a:ext cx="2089150" cy="360363"/>
          </a:xfrm>
          <a:prstGeom prst="wedgeRoundRectCallout">
            <a:avLst>
              <a:gd name="adj1" fmla="val -146579"/>
              <a:gd name="adj2" fmla="val -60574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②rpt </a:t>
            </a:r>
            <a:r>
              <a:rPr lang="ko-KR" altLang="en-US" sz="1400">
                <a:solidFill>
                  <a:schemeClr val="folHlink"/>
                </a:solidFill>
              </a:rPr>
              <a:t>파일명 입력</a:t>
            </a:r>
          </a:p>
        </p:txBody>
      </p:sp>
      <p:sp>
        <p:nvSpPr>
          <p:cNvPr id="9223" name="AutoShape 7">
            <a:extLst>
              <a:ext uri="{FF2B5EF4-FFF2-40B4-BE49-F238E27FC236}">
                <a16:creationId xmlns:a16="http://schemas.microsoft.com/office/drawing/2014/main" id="{05191120-714B-5135-00E6-BD0853554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68638"/>
            <a:ext cx="1728787" cy="431800"/>
          </a:xfrm>
          <a:prstGeom prst="wedgeRoundRectCallout">
            <a:avLst>
              <a:gd name="adj1" fmla="val 61662"/>
              <a:gd name="adj2" fmla="val -9301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①</a:t>
            </a:r>
            <a:r>
              <a:rPr lang="ko-KR" altLang="en-US" sz="1400">
                <a:solidFill>
                  <a:schemeClr val="folHlink"/>
                </a:solidFill>
              </a:rPr>
              <a:t>자료입력 클릭</a:t>
            </a:r>
          </a:p>
        </p:txBody>
      </p:sp>
      <p:sp>
        <p:nvSpPr>
          <p:cNvPr id="9225" name="AutoShape 9">
            <a:extLst>
              <a:ext uri="{FF2B5EF4-FFF2-40B4-BE49-F238E27FC236}">
                <a16:creationId xmlns:a16="http://schemas.microsoft.com/office/drawing/2014/main" id="{1A1A8CDB-F988-2FFF-6167-8D74945DE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516563"/>
            <a:ext cx="2087563" cy="433387"/>
          </a:xfrm>
          <a:prstGeom prst="wedgeRoundRectCallout">
            <a:avLst>
              <a:gd name="adj1" fmla="val -140190"/>
              <a:gd name="adj2" fmla="val -206412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③RPT</a:t>
            </a:r>
            <a:r>
              <a:rPr lang="ko-KR" altLang="en-US" sz="1400">
                <a:solidFill>
                  <a:schemeClr val="folHlink"/>
                </a:solidFill>
              </a:rPr>
              <a:t>자료등록 클릭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CCA4-8FDB-5A9E-1C22-71E211B7C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>
                <a:solidFill>
                  <a:schemeClr val="folHlink"/>
                </a:solidFill>
              </a:rPr>
              <a:t>QIN Database Form.3 </a:t>
            </a:r>
            <a:r>
              <a:rPr lang="en-US" altLang="ko-KR" sz="24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2400">
                <a:solidFill>
                  <a:schemeClr val="folHlink"/>
                </a:solidFill>
              </a:rPr>
              <a:t> Excel Form.3</a:t>
            </a:r>
            <a:r>
              <a:rPr lang="ko-KR" altLang="en-US" sz="2400">
                <a:solidFill>
                  <a:schemeClr val="folHlink"/>
                </a:solidFill>
              </a:rPr>
              <a:t>로 불러오기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AD882FB-0D2C-4D89-F194-8458E4E3F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619125"/>
          </a:xfrm>
        </p:spPr>
        <p:txBody>
          <a:bodyPr/>
          <a:lstStyle/>
          <a:p>
            <a:r>
              <a:rPr lang="en-US" altLang="ko-KR"/>
              <a:t>Excel Form.3 </a:t>
            </a:r>
            <a:r>
              <a:rPr lang="ko-KR" altLang="en-US"/>
              <a:t>선택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F5AEBAF6-DD30-534F-D0F0-3CDF4DA9A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708275"/>
            <a:ext cx="5905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5" name="AutoShape 5">
            <a:extLst>
              <a:ext uri="{FF2B5EF4-FFF2-40B4-BE49-F238E27FC236}">
                <a16:creationId xmlns:a16="http://schemas.microsoft.com/office/drawing/2014/main" id="{A65BD906-6EB2-BA72-F132-64241322F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933825"/>
            <a:ext cx="1584325" cy="647700"/>
          </a:xfrm>
          <a:prstGeom prst="wedgeRoundRectCallout">
            <a:avLst>
              <a:gd name="adj1" fmla="val -132968"/>
              <a:gd name="adj2" fmla="val 134315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②Form.2 IP No.</a:t>
            </a:r>
            <a:r>
              <a:rPr lang="ko-KR" altLang="en-US" sz="1400">
                <a:solidFill>
                  <a:schemeClr val="folHlink"/>
                </a:solidFill>
              </a:rPr>
              <a:t>입력</a:t>
            </a:r>
          </a:p>
        </p:txBody>
      </p:sp>
      <p:sp>
        <p:nvSpPr>
          <p:cNvPr id="10247" name="AutoShape 7">
            <a:extLst>
              <a:ext uri="{FF2B5EF4-FFF2-40B4-BE49-F238E27FC236}">
                <a16:creationId xmlns:a16="http://schemas.microsoft.com/office/drawing/2014/main" id="{CF6DF515-50A3-D78F-BECB-0B25E7E9C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941888"/>
            <a:ext cx="1800225" cy="431800"/>
          </a:xfrm>
          <a:prstGeom prst="wedgeRoundRectCallout">
            <a:avLst>
              <a:gd name="adj1" fmla="val -145505"/>
              <a:gd name="adj2" fmla="val 8088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③</a:t>
            </a:r>
            <a:r>
              <a:rPr lang="ko-KR" altLang="en-US" sz="1400">
                <a:solidFill>
                  <a:schemeClr val="folHlink"/>
                </a:solidFill>
              </a:rPr>
              <a:t>자료등록 클릭</a:t>
            </a:r>
          </a:p>
        </p:txBody>
      </p:sp>
      <p:sp>
        <p:nvSpPr>
          <p:cNvPr id="10248" name="AutoShape 8">
            <a:extLst>
              <a:ext uri="{FF2B5EF4-FFF2-40B4-BE49-F238E27FC236}">
                <a16:creationId xmlns:a16="http://schemas.microsoft.com/office/drawing/2014/main" id="{8CBBF042-9936-E5FD-DBB0-363A2BEAA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133600"/>
            <a:ext cx="1728788" cy="430213"/>
          </a:xfrm>
          <a:prstGeom prst="wedgeRoundRectCallout">
            <a:avLst>
              <a:gd name="adj1" fmla="val -69560"/>
              <a:gd name="adj2" fmla="val 106829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①</a:t>
            </a:r>
            <a:r>
              <a:rPr lang="ko-KR" altLang="en-US" sz="1400">
                <a:solidFill>
                  <a:schemeClr val="folHlink"/>
                </a:solidFill>
              </a:rPr>
              <a:t>자료입력 클릭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6" name="Picture 12">
            <a:extLst>
              <a:ext uri="{FF2B5EF4-FFF2-40B4-BE49-F238E27FC236}">
                <a16:creationId xmlns:a16="http://schemas.microsoft.com/office/drawing/2014/main" id="{6CDB0E64-BB2E-F504-C39D-69754708E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084763"/>
            <a:ext cx="42195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E311B8C8-7B5F-A247-6F3B-528D0396B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>
                <a:solidFill>
                  <a:schemeClr val="folHlink"/>
                </a:solidFill>
              </a:rPr>
              <a:t>Form. 3 </a:t>
            </a:r>
            <a:r>
              <a:rPr lang="ko-KR" altLang="en-US" sz="2800">
                <a:solidFill>
                  <a:schemeClr val="folHlink"/>
                </a:solidFill>
              </a:rPr>
              <a:t>추가</a:t>
            </a:r>
            <a:r>
              <a:rPr lang="en-US" altLang="ko-KR" sz="2000">
                <a:solidFill>
                  <a:schemeClr val="folHlink"/>
                </a:solidFill>
              </a:rPr>
              <a:t>(2</a:t>
            </a:r>
            <a:r>
              <a:rPr lang="ko-KR" altLang="en-US" sz="2000">
                <a:solidFill>
                  <a:schemeClr val="folHlink"/>
                </a:solidFill>
              </a:rPr>
              <a:t>개 이상의 </a:t>
            </a:r>
            <a:r>
              <a:rPr lang="en-US" altLang="ko-KR" sz="2000">
                <a:solidFill>
                  <a:schemeClr val="folHlink"/>
                </a:solidFill>
              </a:rPr>
              <a:t>IP </a:t>
            </a:r>
            <a:r>
              <a:rPr lang="ko-KR" altLang="en-US" sz="2000">
                <a:solidFill>
                  <a:schemeClr val="folHlink"/>
                </a:solidFill>
              </a:rPr>
              <a:t>사용시</a:t>
            </a:r>
            <a:r>
              <a:rPr lang="en-US" altLang="ko-KR" sz="2000">
                <a:solidFill>
                  <a:schemeClr val="folHlink"/>
                </a:solidFill>
              </a:rPr>
              <a:t>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93F1FCC-0B8D-B3E3-B214-FB26E345B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74662"/>
          </a:xfrm>
        </p:spPr>
        <p:txBody>
          <a:bodyPr/>
          <a:lstStyle/>
          <a:p>
            <a:r>
              <a:rPr lang="en-US" altLang="ko-KR"/>
              <a:t>Excel Sheet Form.3 </a:t>
            </a:r>
            <a:r>
              <a:rPr lang="ko-KR" altLang="en-US"/>
              <a:t>선택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C295CB24-1DAF-2FE8-844E-EA57C8AB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068638"/>
            <a:ext cx="3543300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E1F105F9-A7D8-20EE-3CB8-D0AD58390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565400"/>
            <a:ext cx="22002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0" name="AutoShape 6">
            <a:extLst>
              <a:ext uri="{FF2B5EF4-FFF2-40B4-BE49-F238E27FC236}">
                <a16:creationId xmlns:a16="http://schemas.microsoft.com/office/drawing/2014/main" id="{DC8DE03B-C084-0723-732E-8A9A22E2F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708275"/>
            <a:ext cx="1871663" cy="503238"/>
          </a:xfrm>
          <a:prstGeom prst="wedgeRoundRectCallout">
            <a:avLst>
              <a:gd name="adj1" fmla="val -117093"/>
              <a:gd name="adj2" fmla="val 25378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②</a:t>
            </a:r>
            <a:r>
              <a:rPr lang="ko-KR" altLang="en-US" sz="1400">
                <a:solidFill>
                  <a:schemeClr val="folHlink"/>
                </a:solidFill>
              </a:rPr>
              <a:t>복사항 위치 선택</a:t>
            </a:r>
          </a:p>
        </p:txBody>
      </p:sp>
      <p:sp>
        <p:nvSpPr>
          <p:cNvPr id="11271" name="AutoShape 7">
            <a:extLst>
              <a:ext uri="{FF2B5EF4-FFF2-40B4-BE49-F238E27FC236}">
                <a16:creationId xmlns:a16="http://schemas.microsoft.com/office/drawing/2014/main" id="{0BD30E37-954C-276C-B314-505DDDBD9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3571875"/>
            <a:ext cx="1800225" cy="576263"/>
          </a:xfrm>
          <a:prstGeom prst="wedgeRoundRectCallout">
            <a:avLst>
              <a:gd name="adj1" fmla="val -151060"/>
              <a:gd name="adj2" fmla="val 122176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chemeClr val="folHlink"/>
                </a:solidFill>
              </a:rPr>
              <a:t>③</a:t>
            </a:r>
            <a:r>
              <a:rPr lang="ko-KR" altLang="en-US" sz="1400">
                <a:solidFill>
                  <a:schemeClr val="folHlink"/>
                </a:solidFill>
              </a:rPr>
              <a:t>복사본 만들기 체크</a:t>
            </a:r>
          </a:p>
        </p:txBody>
      </p:sp>
      <p:sp>
        <p:nvSpPr>
          <p:cNvPr id="11272" name="AutoShape 8">
            <a:extLst>
              <a:ext uri="{FF2B5EF4-FFF2-40B4-BE49-F238E27FC236}">
                <a16:creationId xmlns:a16="http://schemas.microsoft.com/office/drawing/2014/main" id="{BBB07F84-C643-D3F5-B418-29C96B56E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3813"/>
            <a:ext cx="2233613" cy="863600"/>
          </a:xfrm>
          <a:prstGeom prst="wedgeRoundRectCallout">
            <a:avLst>
              <a:gd name="adj1" fmla="val 41259"/>
              <a:gd name="adj2" fmla="val 119852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①Sheet Form.3 </a:t>
            </a:r>
            <a:r>
              <a:rPr lang="ko-KR" altLang="en-US" sz="1400">
                <a:solidFill>
                  <a:schemeClr val="folHlink"/>
                </a:solidFill>
              </a:rPr>
              <a:t>선택</a:t>
            </a:r>
          </a:p>
          <a:p>
            <a:pPr algn="ctr"/>
            <a:r>
              <a:rPr lang="ko-KR" altLang="en-US" sz="1400">
                <a:solidFill>
                  <a:schemeClr val="folHlink"/>
                </a:solidFill>
              </a:rPr>
              <a:t>오른쪽 마우스 클릭</a:t>
            </a:r>
          </a:p>
          <a:p>
            <a:pPr algn="ctr"/>
            <a:r>
              <a:rPr lang="ko-KR" altLang="en-US" sz="1400">
                <a:solidFill>
                  <a:schemeClr val="folHlink"/>
                </a:solidFill>
              </a:rPr>
              <a:t>이동</a:t>
            </a:r>
            <a:r>
              <a:rPr lang="en-US" altLang="ko-KR" sz="1400">
                <a:solidFill>
                  <a:schemeClr val="folHlink"/>
                </a:solidFill>
              </a:rPr>
              <a:t>/</a:t>
            </a:r>
            <a:r>
              <a:rPr lang="ko-KR" altLang="en-US" sz="1400">
                <a:solidFill>
                  <a:schemeClr val="folHlink"/>
                </a:solidFill>
              </a:rPr>
              <a:t>복사 클릭</a:t>
            </a:r>
          </a:p>
        </p:txBody>
      </p:sp>
      <p:sp>
        <p:nvSpPr>
          <p:cNvPr id="11273" name="AutoShape 9">
            <a:extLst>
              <a:ext uri="{FF2B5EF4-FFF2-40B4-BE49-F238E27FC236}">
                <a16:creationId xmlns:a16="http://schemas.microsoft.com/office/drawing/2014/main" id="{204E1147-6AB4-0C9B-7393-57C2F7C3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4292600"/>
            <a:ext cx="1584325" cy="430213"/>
          </a:xfrm>
          <a:prstGeom prst="wedgeRoundRectCallout">
            <a:avLst>
              <a:gd name="adj1" fmla="val -142282"/>
              <a:gd name="adj2" fmla="val 66606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④</a:t>
            </a:r>
            <a:r>
              <a:rPr lang="ko-KR" altLang="en-US" sz="1400">
                <a:solidFill>
                  <a:schemeClr val="folHlink"/>
                </a:solidFill>
              </a:rPr>
              <a:t>확인 클릭</a:t>
            </a:r>
          </a:p>
        </p:txBody>
      </p:sp>
      <p:sp>
        <p:nvSpPr>
          <p:cNvPr id="11274" name="AutoShape 10">
            <a:extLst>
              <a:ext uri="{FF2B5EF4-FFF2-40B4-BE49-F238E27FC236}">
                <a16:creationId xmlns:a16="http://schemas.microsoft.com/office/drawing/2014/main" id="{A9B47B20-C1C9-11F3-59B0-81DCF7D0C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357563"/>
            <a:ext cx="647700" cy="431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275" name="AutoShape 11">
            <a:extLst>
              <a:ext uri="{FF2B5EF4-FFF2-40B4-BE49-F238E27FC236}">
                <a16:creationId xmlns:a16="http://schemas.microsoft.com/office/drawing/2014/main" id="{7D24D794-70BE-4122-6C23-BFE8790AB6CD}"/>
              </a:ext>
            </a:extLst>
          </p:cNvPr>
          <p:cNvSpPr>
            <a:spLocks noChangeArrowheads="1"/>
          </p:cNvSpPr>
          <p:nvPr/>
        </p:nvSpPr>
        <p:spPr bwMode="auto">
          <a:xfrm rot="7938132">
            <a:off x="4319588" y="4689475"/>
            <a:ext cx="647700" cy="431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278" name="AutoShape 14">
            <a:extLst>
              <a:ext uri="{FF2B5EF4-FFF2-40B4-BE49-F238E27FC236}">
                <a16:creationId xmlns:a16="http://schemas.microsoft.com/office/drawing/2014/main" id="{2D64ACE3-FB21-85C1-18B0-CC5E83715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805488"/>
            <a:ext cx="2447925" cy="647700"/>
          </a:xfrm>
          <a:prstGeom prst="wedgeRoundRectCallout">
            <a:avLst>
              <a:gd name="adj1" fmla="val -98509"/>
              <a:gd name="adj2" fmla="val -80639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chemeClr val="folHlink"/>
                </a:solidFill>
              </a:rPr>
              <a:t>⑤Sheet </a:t>
            </a:r>
            <a:r>
              <a:rPr lang="ko-KR" altLang="en-US" sz="1400">
                <a:solidFill>
                  <a:schemeClr val="folHlink"/>
                </a:solidFill>
              </a:rPr>
              <a:t>추가  완료 후</a:t>
            </a:r>
          </a:p>
          <a:p>
            <a:r>
              <a:rPr lang="ko-KR" altLang="en-US" sz="1400">
                <a:solidFill>
                  <a:schemeClr val="folHlink"/>
                </a:solidFill>
              </a:rPr>
              <a:t> 이름변경</a:t>
            </a:r>
            <a:r>
              <a:rPr lang="en-US" altLang="ko-KR" sz="1400">
                <a:solidFill>
                  <a:schemeClr val="folHlink"/>
                </a:solidFill>
              </a:rPr>
              <a:t>(Form 3</a:t>
            </a:r>
            <a:r>
              <a:rPr lang="ko-KR" altLang="en-US" sz="1400">
                <a:solidFill>
                  <a:schemeClr val="folHlink"/>
                </a:solidFill>
              </a:rPr>
              <a:t>로 변경</a:t>
            </a:r>
            <a:r>
              <a:rPr lang="en-US" altLang="ko-KR" sz="1400">
                <a:solidFill>
                  <a:schemeClr val="folHlink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C82EF9A-55B1-27ED-7EDC-630E971D0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>
                <a:solidFill>
                  <a:schemeClr val="folHlink"/>
                </a:solidFill>
              </a:rPr>
              <a:t>Form. 3 </a:t>
            </a:r>
            <a:r>
              <a:rPr lang="ko-KR" altLang="en-US" sz="2800">
                <a:solidFill>
                  <a:schemeClr val="folHlink"/>
                </a:solidFill>
              </a:rPr>
              <a:t>검사 요건 추가</a:t>
            </a:r>
            <a:r>
              <a:rPr lang="en-US" altLang="ko-KR" sz="2800">
                <a:solidFill>
                  <a:schemeClr val="folHlink"/>
                </a:solidFill>
              </a:rPr>
              <a:t>/</a:t>
            </a:r>
            <a:r>
              <a:rPr lang="ko-KR" altLang="en-US" sz="2800">
                <a:solidFill>
                  <a:schemeClr val="folHlink"/>
                </a:solidFill>
              </a:rPr>
              <a:t>삭제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6D95C6D-68F8-FCC7-569C-EBDEFDCBA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835025"/>
          </a:xfrm>
        </p:spPr>
        <p:txBody>
          <a:bodyPr/>
          <a:lstStyle/>
          <a:p>
            <a:pPr marL="457200" indent="-457200"/>
            <a:r>
              <a:rPr lang="en-US" altLang="ko-KR"/>
              <a:t>Form.3 </a:t>
            </a:r>
            <a:r>
              <a:rPr lang="ko-KR" altLang="en-US"/>
              <a:t>검사요건 추가 및 삭제</a:t>
            </a:r>
            <a:r>
              <a:rPr lang="en-US" altLang="ko-KR"/>
              <a:t>.</a:t>
            </a:r>
          </a:p>
          <a:p>
            <a:pPr marL="838200" lvl="1" indent="-381000">
              <a:buFont typeface="Wingdings" panose="05000000000000000000" pitchFamily="2" charset="2"/>
              <a:buNone/>
            </a:pPr>
            <a:r>
              <a:rPr lang="en-US" altLang="ko-KR"/>
              <a:t>1. Full FAI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특수공정 및 기타 요건 추가</a:t>
            </a:r>
            <a:endParaRPr lang="ko-KR" altLang="en-US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94E8503F-D199-6D61-8C82-04A99F73A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852738"/>
            <a:ext cx="7912100" cy="173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7" name="Text Box 5">
            <a:extLst>
              <a:ext uri="{FF2B5EF4-FFF2-40B4-BE49-F238E27FC236}">
                <a16:creationId xmlns:a16="http://schemas.microsoft.com/office/drawing/2014/main" id="{743E9786-3539-97DA-6C42-839EEDE40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724400"/>
            <a:ext cx="575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2000"/>
              <a:t>2. Partial FAI</a:t>
            </a:r>
            <a:r>
              <a:rPr lang="en-US" altLang="ko-KR" sz="2000">
                <a:sym typeface="Wingdings" panose="05000000000000000000" pitchFamily="2" charset="2"/>
              </a:rPr>
              <a:t> </a:t>
            </a:r>
            <a:r>
              <a:rPr lang="ko-KR" altLang="en-US" sz="2000">
                <a:sym typeface="Wingdings" panose="05000000000000000000" pitchFamily="2" charset="2"/>
              </a:rPr>
              <a:t>해당 내용외 삭제</a:t>
            </a:r>
            <a:endParaRPr lang="ko-KR" altLang="en-US" sz="2000"/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9642376C-1598-71CA-DD74-7F002D65A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5157788"/>
            <a:ext cx="7921625" cy="157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9" name="AutoShape 7">
            <a:extLst>
              <a:ext uri="{FF2B5EF4-FFF2-40B4-BE49-F238E27FC236}">
                <a16:creationId xmlns:a16="http://schemas.microsoft.com/office/drawing/2014/main" id="{52514795-48BD-B222-C715-D48FAED4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2836863"/>
            <a:ext cx="4537075" cy="165576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320" name="AutoShape 8">
            <a:extLst>
              <a:ext uri="{FF2B5EF4-FFF2-40B4-BE49-F238E27FC236}">
                <a16:creationId xmlns:a16="http://schemas.microsoft.com/office/drawing/2014/main" id="{27300529-799F-3C07-3D16-DEAE8A20A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716338"/>
            <a:ext cx="2232025" cy="720725"/>
          </a:xfrm>
          <a:prstGeom prst="wedgeRoundRectCallout">
            <a:avLst>
              <a:gd name="adj1" fmla="val -86630"/>
              <a:gd name="adj2" fmla="val -71366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600">
                <a:solidFill>
                  <a:schemeClr val="folHlink"/>
                </a:solidFill>
              </a:rPr>
              <a:t>특수공정 검사 요건</a:t>
            </a:r>
          </a:p>
          <a:p>
            <a:pPr algn="ctr"/>
            <a:r>
              <a:rPr lang="ko-KR" altLang="en-US" sz="1600">
                <a:solidFill>
                  <a:schemeClr val="folHlink"/>
                </a:solidFill>
              </a:rPr>
              <a:t> 추가</a:t>
            </a:r>
          </a:p>
        </p:txBody>
      </p:sp>
      <p:sp>
        <p:nvSpPr>
          <p:cNvPr id="13321" name="AutoShape 9">
            <a:extLst>
              <a:ext uri="{FF2B5EF4-FFF2-40B4-BE49-F238E27FC236}">
                <a16:creationId xmlns:a16="http://schemas.microsoft.com/office/drawing/2014/main" id="{D7FC0E76-A464-6A4C-7CDF-7D5481227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373688"/>
            <a:ext cx="5113338" cy="122396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322" name="AutoShape 10">
            <a:extLst>
              <a:ext uri="{FF2B5EF4-FFF2-40B4-BE49-F238E27FC236}">
                <a16:creationId xmlns:a16="http://schemas.microsoft.com/office/drawing/2014/main" id="{A3F5771D-F4B6-9526-C603-D0ACAF34C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734050"/>
            <a:ext cx="2232025" cy="720725"/>
          </a:xfrm>
          <a:prstGeom prst="wedgeRoundRectCallout">
            <a:avLst>
              <a:gd name="adj1" fmla="val -75319"/>
              <a:gd name="adj2" fmla="val -38546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600">
                <a:solidFill>
                  <a:schemeClr val="folHlink"/>
                </a:solidFill>
              </a:rPr>
              <a:t>해당 검사요건 외</a:t>
            </a:r>
          </a:p>
          <a:p>
            <a:pPr algn="ctr"/>
            <a:r>
              <a:rPr lang="ko-KR" altLang="en-US" sz="1600">
                <a:solidFill>
                  <a:schemeClr val="folHlink"/>
                </a:solidFill>
              </a:rPr>
              <a:t> 삭제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FB796FB-317F-75F0-BE73-88ECDC8CF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chemeClr val="folHlink"/>
                </a:solidFill>
              </a:rPr>
              <a:t>Excel Form</a:t>
            </a:r>
            <a:r>
              <a:rPr lang="ko-KR" altLang="en-US">
                <a:solidFill>
                  <a:schemeClr val="folHlink"/>
                </a:solidFill>
              </a:rPr>
              <a:t>의 형태를 수정</a:t>
            </a:r>
            <a:r>
              <a:rPr lang="en-US" altLang="ko-KR">
                <a:solidFill>
                  <a:schemeClr val="folHlink"/>
                </a:solidFill>
              </a:rPr>
              <a:t>.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412570D0-C8F9-E5D6-C00D-808A98BEE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349500"/>
            <a:ext cx="4991100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1" name="AutoShape 5">
            <a:extLst>
              <a:ext uri="{FF2B5EF4-FFF2-40B4-BE49-F238E27FC236}">
                <a16:creationId xmlns:a16="http://schemas.microsoft.com/office/drawing/2014/main" id="{73E70DCC-2135-E210-EB33-A39E1F97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149725"/>
            <a:ext cx="1584325" cy="647700"/>
          </a:xfrm>
          <a:prstGeom prst="wedgeRoundRectCallout">
            <a:avLst>
              <a:gd name="adj1" fmla="val 82764"/>
              <a:gd name="adj2" fmla="val -86519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②</a:t>
            </a:r>
            <a:r>
              <a:rPr lang="ko-KR" altLang="en-US" sz="1400">
                <a:solidFill>
                  <a:schemeClr val="folHlink"/>
                </a:solidFill>
              </a:rPr>
              <a:t>글꼴 </a:t>
            </a:r>
            <a:r>
              <a:rPr lang="en-US" altLang="ko-KR" sz="1400">
                <a:solidFill>
                  <a:schemeClr val="folHlink"/>
                </a:solidFill>
              </a:rPr>
              <a:t>Arial</a:t>
            </a:r>
          </a:p>
        </p:txBody>
      </p:sp>
      <p:sp>
        <p:nvSpPr>
          <p:cNvPr id="14342" name="AutoShape 6">
            <a:extLst>
              <a:ext uri="{FF2B5EF4-FFF2-40B4-BE49-F238E27FC236}">
                <a16:creationId xmlns:a16="http://schemas.microsoft.com/office/drawing/2014/main" id="{B1F1A685-D2F0-C69D-39D9-F435F7EEA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789363"/>
            <a:ext cx="1584325" cy="431800"/>
          </a:xfrm>
          <a:prstGeom prst="wedgeRoundRectCallout">
            <a:avLst>
              <a:gd name="adj1" fmla="val -116134"/>
              <a:gd name="adj2" fmla="val -19852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④</a:t>
            </a:r>
            <a:r>
              <a:rPr lang="ko-KR" altLang="en-US" sz="1400">
                <a:solidFill>
                  <a:schemeClr val="folHlink"/>
                </a:solidFill>
              </a:rPr>
              <a:t>크기</a:t>
            </a:r>
            <a:r>
              <a:rPr lang="en-US" altLang="ko-KR" sz="1400">
                <a:solidFill>
                  <a:schemeClr val="folHlink"/>
                </a:solidFill>
              </a:rPr>
              <a:t>: 9</a:t>
            </a:r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065F457E-B498-8AC1-5DB7-48F33D75D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781300"/>
            <a:ext cx="2087562" cy="431800"/>
          </a:xfrm>
          <a:prstGeom prst="wedgeRoundRectCallout">
            <a:avLst>
              <a:gd name="adj1" fmla="val -120190"/>
              <a:gd name="adj2" fmla="val 150366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③</a:t>
            </a:r>
            <a:r>
              <a:rPr lang="ko-KR" altLang="en-US" sz="1400">
                <a:solidFill>
                  <a:schemeClr val="folHlink"/>
                </a:solidFill>
              </a:rPr>
              <a:t>글꼴 스타일</a:t>
            </a:r>
            <a:r>
              <a:rPr lang="en-US" altLang="ko-KR" sz="1400">
                <a:solidFill>
                  <a:schemeClr val="folHlink"/>
                </a:solidFill>
              </a:rPr>
              <a:t>: </a:t>
            </a:r>
            <a:r>
              <a:rPr lang="ko-KR" altLang="en-US" sz="1400">
                <a:solidFill>
                  <a:schemeClr val="folHlink"/>
                </a:solidFill>
              </a:rPr>
              <a:t>보통</a:t>
            </a:r>
          </a:p>
        </p:txBody>
      </p:sp>
      <p:sp>
        <p:nvSpPr>
          <p:cNvPr id="14344" name="AutoShape 8">
            <a:extLst>
              <a:ext uri="{FF2B5EF4-FFF2-40B4-BE49-F238E27FC236}">
                <a16:creationId xmlns:a16="http://schemas.microsoft.com/office/drawing/2014/main" id="{4C2FAA86-5B23-925F-6F67-5DACBC3A0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76475"/>
            <a:ext cx="1584325" cy="431800"/>
          </a:xfrm>
          <a:prstGeom prst="wedgeRoundRectCallout">
            <a:avLst>
              <a:gd name="adj1" fmla="val 89981"/>
              <a:gd name="adj2" fmla="val 118014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685800" indent="-685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>
                <a:solidFill>
                  <a:schemeClr val="folHlink"/>
                </a:solidFill>
              </a:rPr>
              <a:t>①</a:t>
            </a:r>
            <a:r>
              <a:rPr lang="ko-KR" altLang="en-US" sz="1400">
                <a:solidFill>
                  <a:schemeClr val="folHlink"/>
                </a:solidFill>
              </a:rPr>
              <a:t>각 탭 선택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93FA28B-FE0C-E190-E438-66C4FA157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>
                <a:solidFill>
                  <a:schemeClr val="folHlink"/>
                </a:solidFill>
              </a:rPr>
              <a:t>Print </a:t>
            </a:r>
            <a:r>
              <a:rPr lang="ko-KR" altLang="en-US" sz="2800">
                <a:solidFill>
                  <a:schemeClr val="folHlink"/>
                </a:solidFill>
              </a:rPr>
              <a:t>전 미리 보기 기능을 통해 확인</a:t>
            </a:r>
            <a:r>
              <a:rPr lang="en-US" altLang="ko-KR" sz="2800">
                <a:solidFill>
                  <a:schemeClr val="folHlink"/>
                </a:solidFill>
              </a:rPr>
              <a:t>.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BC4CC889-825B-EC07-EF31-C539F5A35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1828800"/>
            <a:ext cx="7772400" cy="520700"/>
          </a:xfrm>
        </p:spPr>
        <p:txBody>
          <a:bodyPr/>
          <a:lstStyle/>
          <a:p>
            <a:r>
              <a:rPr lang="ko-KR" altLang="en-US"/>
              <a:t>미리보기 확인 후 </a:t>
            </a:r>
            <a:r>
              <a:rPr lang="en-US" altLang="ko-KR"/>
              <a:t>PRINT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A6602818-A434-6C67-64AF-68BFF564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420938"/>
            <a:ext cx="6048375" cy="428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06E31EC-C69D-71D8-477C-C1BDDA088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Excel</a:t>
            </a:r>
            <a:r>
              <a:rPr lang="ko-KR" altLang="en-US"/>
              <a:t>을 이용한 </a:t>
            </a:r>
            <a:r>
              <a:rPr lang="en-US" altLang="ko-KR"/>
              <a:t>FAIR </a:t>
            </a:r>
            <a:r>
              <a:rPr lang="ko-KR" altLang="en-US"/>
              <a:t>작성방법 안내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5735C479-2FB6-66D2-BC8D-420D4A5ED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/>
              <a:t>질문 없으면 마치겠습니다</a:t>
            </a:r>
          </a:p>
          <a:p>
            <a:endParaRPr lang="ko-KR" altLang="en-US"/>
          </a:p>
          <a:p>
            <a:endParaRPr lang="ko-KR" altLang="en-US"/>
          </a:p>
          <a:p>
            <a:endParaRPr lang="ko-KR" altLang="en-US"/>
          </a:p>
          <a:p>
            <a:pPr>
              <a:buFont typeface="Wingdings" panose="05000000000000000000" pitchFamily="2" charset="2"/>
              <a:buNone/>
            </a:pPr>
            <a:r>
              <a:rPr lang="ko-KR" altLang="en-US"/>
              <a:t> 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/>
              <a:t>               </a:t>
            </a:r>
            <a:r>
              <a:rPr lang="ko-KR" altLang="en-US" sz="4800"/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파스텔톤">
  <a:themeElements>
    <a:clrScheme name="파스텔톤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파스텔톤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685800" marR="0" indent="-68580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3200" b="0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685800" marR="0" indent="-68580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3200" b="0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파스텔톤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165</TotalTime>
  <Words>277</Words>
  <Application>Microsoft Office PowerPoint</Application>
  <PresentationFormat>화면 슬라이드 쇼(4:3)</PresentationFormat>
  <Paragraphs>64</Paragraphs>
  <Slides>10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굴림</vt:lpstr>
      <vt:lpstr>Arial</vt:lpstr>
      <vt:lpstr>Tahoma</vt:lpstr>
      <vt:lpstr>Wingdings</vt:lpstr>
      <vt:lpstr>파스텔톤</vt:lpstr>
      <vt:lpstr>Microsoft Office Excel 워크시트</vt:lpstr>
      <vt:lpstr>Adobe Acrobat Document</vt:lpstr>
      <vt:lpstr>패키지</vt:lpstr>
      <vt:lpstr>Excel을 이용한 FAIR 작성방법 안내</vt:lpstr>
      <vt:lpstr>FAIR pdf파일  text파일로 변환</vt:lpstr>
      <vt:lpstr>Text파일  rpt파일로 변환</vt:lpstr>
      <vt:lpstr>Rpt파일  Excel파일에 입력</vt:lpstr>
      <vt:lpstr>QIN Database Form.3  Excel Form.3로 불러오기</vt:lpstr>
      <vt:lpstr>Form. 3 추가(2개 이상의 IP 사용시)</vt:lpstr>
      <vt:lpstr>Form. 3 검사 요건 추가/삭제</vt:lpstr>
      <vt:lpstr>Excel Form의 형태를 수정.</vt:lpstr>
      <vt:lpstr>Print 전 미리 보기 기능을 통해 확인.</vt:lpstr>
      <vt:lpstr>Excel을 이용한 FAIR 작성방법 안내</vt:lpstr>
    </vt:vector>
  </TitlesOfParts>
  <Company>kal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Excel을 이용한 FAIR 작성방법 안내</dc:title>
  <dc:creator>Administrator</dc:creator>
  <cp:lastModifiedBy>임재홍</cp:lastModifiedBy>
  <cp:revision>5</cp:revision>
  <dcterms:created xsi:type="dcterms:W3CDTF">2010-12-09T01:28:29Z</dcterms:created>
  <dcterms:modified xsi:type="dcterms:W3CDTF">2026-04-18T06:56:18Z</dcterms:modified>
</cp:coreProperties>
</file>