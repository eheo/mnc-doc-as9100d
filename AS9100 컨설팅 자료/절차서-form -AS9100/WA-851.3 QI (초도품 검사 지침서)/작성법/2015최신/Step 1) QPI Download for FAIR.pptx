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48" r:id="rId2"/>
  </p:sldMasterIdLst>
  <p:notesMasterIdLst>
    <p:notesMasterId r:id="rId13"/>
  </p:notesMasterIdLst>
  <p:sldIdLst>
    <p:sldId id="266" r:id="rId3"/>
    <p:sldId id="262" r:id="rId4"/>
    <p:sldId id="257" r:id="rId5"/>
    <p:sldId id="258" r:id="rId6"/>
    <p:sldId id="259" r:id="rId7"/>
    <p:sldId id="260" r:id="rId8"/>
    <p:sldId id="261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0" autoAdjust="0"/>
    <p:restoredTop sz="94708" autoAdjust="0"/>
  </p:normalViewPr>
  <p:slideViewPr>
    <p:cSldViewPr>
      <p:cViewPr varScale="1">
        <p:scale>
          <a:sx n="108" d="100"/>
          <a:sy n="108" d="100"/>
        </p:scale>
        <p:origin x="12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2" d="100"/>
          <a:sy n="92" d="100"/>
        </p:scale>
        <p:origin x="-378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6B1D03-AC17-4B7D-A098-D6A4E00562DD}" type="datetimeFigureOut">
              <a:rPr lang="ko-KR" altLang="en-US" smtClean="0"/>
              <a:t>2015-11-27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735072-3889-4918-91CE-3DC45C439D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236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 userDrawn="1"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445107" y="1982450"/>
            <a:ext cx="4495045" cy="1446550"/>
          </a:xfrm>
          <a:prstGeom prst="rect">
            <a:avLst/>
          </a:prstGeom>
          <a:noFill/>
          <a:scene3d>
            <a:camera prst="orthographicFront">
              <a:rot lat="0" lon="0" rev="246000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altLang="ko-KR" sz="88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QPI</a:t>
            </a:r>
            <a:r>
              <a:rPr lang="en-US" altLang="ko-KR" sz="66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altLang="ko-KR" sz="20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DOWNLOAD</a:t>
            </a:r>
            <a:endParaRPr lang="en-US" altLang="ko-KR" sz="1100" b="1" cap="none" spc="0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5013952" y="1105580"/>
            <a:ext cx="3065218" cy="523220"/>
          </a:xfrm>
          <a:prstGeom prst="rect">
            <a:avLst/>
          </a:prstGeom>
          <a:noFill/>
          <a:scene3d>
            <a:camera prst="orthographicFront">
              <a:rot lat="0" lon="0" rev="246000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b="1" dirty="0" smtClean="0">
                <a:latin typeface="Aharoni" panose="02010803020104030203" pitchFamily="2" charset="-79"/>
                <a:cs typeface="Aharoni" panose="02010803020104030203" pitchFamily="2" charset="-79"/>
              </a:rPr>
              <a:t>F O R</a:t>
            </a:r>
            <a:r>
              <a:rPr lang="en-US" altLang="ko-KR" sz="2800" b="0" cap="none" spc="0" dirty="0" smtClean="0">
                <a:ln>
                  <a:noFill/>
                </a:ln>
                <a:solidFill>
                  <a:schemeClr val="tx1"/>
                </a:solidFill>
                <a:effectLst/>
                <a:latin typeface="Gill Sans Ultra Bold" panose="020B0A02020104020203" pitchFamily="34" charset="0"/>
                <a:cs typeface="Aharoni" panose="02010803020104030203" pitchFamily="2" charset="-79"/>
              </a:rPr>
              <a:t>  F A I R</a:t>
            </a:r>
            <a:endParaRPr lang="ko-KR" altLang="en-US" sz="2800" b="0" cap="none" spc="0" dirty="0">
              <a:ln>
                <a:noFill/>
              </a:ln>
              <a:solidFill>
                <a:schemeClr val="tx1"/>
              </a:solidFill>
              <a:effectLst/>
              <a:latin typeface="Gill Sans Ultra Bold" panose="020B0A02020104020203" pitchFamily="34" charset="0"/>
              <a:cs typeface="Aharoni" panose="02010803020104030203" pitchFamily="2" charset="-79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717896" y="5657671"/>
            <a:ext cx="1440160" cy="120032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altLang="ko-KR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STEP</a:t>
            </a:r>
            <a:r>
              <a:rPr lang="en-US" altLang="ko-KR" b="1" cap="none" spc="50" baseline="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altLang="ko-KR" sz="7200" b="1" cap="none" spc="50" baseline="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1</a:t>
            </a:r>
            <a:endParaRPr lang="ko-KR" altLang="en-US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A3C1F-B1D2-4E3C-ACD3-8C0C7399EFED}" type="datetimeFigureOut">
              <a:rPr lang="ko-KR" altLang="en-US" smtClean="0"/>
              <a:t>2015-11-27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03C62-9310-4C82-B7F1-D7EC047F7030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A3C1F-B1D2-4E3C-ACD3-8C0C7399EFED}" type="datetimeFigureOut">
              <a:rPr lang="ko-KR" altLang="en-US" smtClean="0"/>
              <a:t>2015-11-27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03C62-9310-4C82-B7F1-D7EC047F7030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A3C1F-B1D2-4E3C-ACD3-8C0C7399EFED}" type="datetimeFigureOut">
              <a:rPr lang="ko-KR" altLang="en-US" smtClean="0"/>
              <a:t>2015-11-27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03C62-9310-4C82-B7F1-D7EC047F703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A3C1F-B1D2-4E3C-ACD3-8C0C7399EFED}" type="datetimeFigureOut">
              <a:rPr lang="ko-KR" altLang="en-US" smtClean="0"/>
              <a:t>2015-11-27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03C62-9310-4C82-B7F1-D7EC047F7030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A3C1F-B1D2-4E3C-ACD3-8C0C7399EFED}" type="datetimeFigureOut">
              <a:rPr lang="ko-KR" altLang="en-US" smtClean="0"/>
              <a:t>2015-11-27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03C62-9310-4C82-B7F1-D7EC047F7030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A3C1F-B1D2-4E3C-ACD3-8C0C7399EFED}" type="datetimeFigureOut">
              <a:rPr lang="ko-KR" altLang="en-US" smtClean="0"/>
              <a:t>2015-11-27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03C62-9310-4C82-B7F1-D7EC047F7030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A3C1F-B1D2-4E3C-ACD3-8C0C7399EFED}" type="datetimeFigureOut">
              <a:rPr lang="ko-KR" altLang="en-US" smtClean="0"/>
              <a:t>2015-11-27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CD03C62-9310-4C82-B7F1-D7EC047F7030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A3C1F-B1D2-4E3C-ACD3-8C0C7399EFED}" type="datetimeFigureOut">
              <a:rPr lang="ko-KR" altLang="en-US" smtClean="0"/>
              <a:t>2015-11-27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03C62-9310-4C82-B7F1-D7EC047F7030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A3C1F-B1D2-4E3C-ACD3-8C0C7399EFED}" type="datetimeFigureOut">
              <a:rPr lang="ko-KR" altLang="en-US" smtClean="0"/>
              <a:t>2015-11-27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03C62-9310-4C82-B7F1-D7EC047F7030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A3C1F-B1D2-4E3C-ACD3-8C0C7399EFED}" type="datetimeFigureOut">
              <a:rPr lang="ko-KR" altLang="en-US" smtClean="0"/>
              <a:t>2015-11-27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03C62-9310-4C82-B7F1-D7EC047F7030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BFF8-835A-422A-ACC1-B9778F7E7326}" type="datetimeFigureOut">
              <a:rPr lang="ko-KR" altLang="en-US" smtClean="0"/>
              <a:t>2015-11-27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F7CE-3CAC-4ACC-BDB9-57564252D7E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날짜 개체 틀 3"/>
          <p:cNvSpPr txBox="1">
            <a:spLocks/>
          </p:cNvSpPr>
          <p:nvPr userDrawn="1"/>
        </p:nvSpPr>
        <p:spPr>
          <a:xfrm>
            <a:off x="395536" y="6597352"/>
            <a:ext cx="2133600" cy="216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schemeClr val="tx2">
                    <a:lumMod val="75000"/>
                  </a:schemeClr>
                </a:solidFill>
              </a:rPr>
              <a:t>24 SEP</a:t>
            </a:r>
            <a:r>
              <a:rPr lang="en-US" altLang="ko-KR" baseline="0" dirty="0" smtClean="0">
                <a:solidFill>
                  <a:schemeClr val="tx2">
                    <a:lumMod val="75000"/>
                  </a:schemeClr>
                </a:solidFill>
              </a:rPr>
              <a:t> 2015</a:t>
            </a:r>
            <a:endParaRPr lang="ko-KR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65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BFF8-835A-422A-ACC1-B9778F7E7326}" type="datetimeFigureOut">
              <a:rPr lang="ko-KR" altLang="en-US" smtClean="0"/>
              <a:t>2015-11-27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F7CE-3CAC-4ACC-BDB9-57564252D7E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1460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BFF8-835A-422A-ACC1-B9778F7E7326}" type="datetimeFigureOut">
              <a:rPr lang="ko-KR" altLang="en-US" smtClean="0"/>
              <a:t>2015-11-27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F7CE-3CAC-4ACC-BDB9-57564252D7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5669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BFF8-835A-422A-ACC1-B9778F7E7326}" type="datetimeFigureOut">
              <a:rPr lang="ko-KR" altLang="en-US" smtClean="0"/>
              <a:t>2015-11-27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F7CE-3CAC-4ACC-BDB9-57564252D7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4106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BFF8-835A-422A-ACC1-B9778F7E7326}" type="datetimeFigureOut">
              <a:rPr lang="ko-KR" altLang="en-US" smtClean="0"/>
              <a:t>2015-11-27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F7CE-3CAC-4ACC-BDB9-57564252D7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387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BFF8-835A-422A-ACC1-B9778F7E7326}" type="datetimeFigureOut">
              <a:rPr lang="ko-KR" altLang="en-US" smtClean="0"/>
              <a:t>2015-11-27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F7CE-3CAC-4ACC-BDB9-57564252D7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2072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BFF8-835A-422A-ACC1-B9778F7E7326}" type="datetimeFigureOut">
              <a:rPr lang="ko-KR" altLang="en-US" smtClean="0"/>
              <a:t>2015-11-27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F7CE-3CAC-4ACC-BDB9-57564252D7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9970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BFF8-835A-422A-ACC1-B9778F7E7326}" type="datetimeFigureOut">
              <a:rPr lang="ko-KR" altLang="en-US" smtClean="0"/>
              <a:t>2015-11-27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F7CE-3CAC-4ACC-BDB9-57564252D7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26736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BFF8-835A-422A-ACC1-B9778F7E7326}" type="datetimeFigureOut">
              <a:rPr lang="ko-KR" altLang="en-US" smtClean="0"/>
              <a:t>2015-11-27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F7CE-3CAC-4ACC-BDB9-57564252D7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9137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BFF8-835A-422A-ACC1-B9778F7E7326}" type="datetimeFigureOut">
              <a:rPr lang="ko-KR" altLang="en-US" smtClean="0"/>
              <a:t>2015-11-27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F7CE-3CAC-4ACC-BDB9-57564252D7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7287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BFF8-835A-422A-ACC1-B9778F7E7326}" type="datetimeFigureOut">
              <a:rPr lang="ko-KR" altLang="en-US" smtClean="0"/>
              <a:t>2015-11-27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F7CE-3CAC-4ACC-BDB9-57564252D7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365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639A3C1F-B1D2-4E3C-ACD3-8C0C7399EFED}" type="datetimeFigureOut">
              <a:rPr lang="ko-KR" altLang="en-US" smtClean="0"/>
              <a:t>2015-11-27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5CD03C62-9310-4C82-B7F1-D7EC047F7030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1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1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1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1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1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1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1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1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7F7CE-3CAC-4ACC-BDB9-57564252D7E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2" descr="C:\Users\ndtuser3\Desktop\down\프레젠테이션1.jp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" y="6505575"/>
            <a:ext cx="9144000" cy="35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95536" y="648463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53BFF8-835A-422A-ACC1-B9778F7E7326}" type="datetimeFigureOut">
              <a:rPr lang="ko-KR" altLang="en-US" smtClean="0"/>
              <a:t>2015-11-27</a:t>
            </a:fld>
            <a:endParaRPr lang="ko-KR" altLang="en-US" dirty="0"/>
          </a:p>
        </p:txBody>
      </p:sp>
      <p:pic>
        <p:nvPicPr>
          <p:cNvPr id="8" name="Picture 2" descr="C:\Users\ndtuser3\Downloads\잡다 자료\NDT LOGO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6632"/>
            <a:ext cx="2053850" cy="429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5431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0615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ndtuser3\Desktop\down\초도메일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908720"/>
            <a:ext cx="5490814" cy="4358822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796136" y="2089696"/>
            <a:ext cx="3240360" cy="1169551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altLang="ko-KR" sz="1400" dirty="0" smtClean="0">
              <a:latin typeface="맑은 고딕"/>
              <a:ea typeface="맑은 고딕"/>
            </a:endParaRPr>
          </a:p>
          <a:p>
            <a:r>
              <a:rPr lang="en-US" altLang="ko-KR" sz="1400" dirty="0" smtClean="0">
                <a:latin typeface="맑은 고딕"/>
                <a:ea typeface="맑은 고딕"/>
              </a:rPr>
              <a:t>•</a:t>
            </a:r>
            <a:r>
              <a:rPr lang="ko-KR" altLang="en-US" sz="1400" dirty="0" smtClean="0"/>
              <a:t>사업담당 </a:t>
            </a:r>
            <a:r>
              <a:rPr lang="en-US" altLang="ko-KR" sz="1400" dirty="0" smtClean="0"/>
              <a:t>QE</a:t>
            </a:r>
            <a:r>
              <a:rPr lang="ko-KR" altLang="en-US" sz="1400" dirty="0" smtClean="0"/>
              <a:t>로 부터 </a:t>
            </a:r>
            <a:r>
              <a:rPr lang="en-US" altLang="ko-KR" sz="1400" dirty="0"/>
              <a:t>QPI No </a:t>
            </a:r>
            <a:r>
              <a:rPr lang="ko-KR" altLang="en-US" sz="1400" dirty="0" smtClean="0"/>
              <a:t>접</a:t>
            </a:r>
            <a:r>
              <a:rPr lang="ko-KR" altLang="en-US" sz="1400" dirty="0"/>
              <a:t>수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•BASE LINE QPI NO</a:t>
            </a:r>
            <a:r>
              <a:rPr lang="ko-KR" altLang="en-US" sz="1400" dirty="0" smtClean="0"/>
              <a:t>도 전달 받아야 됨</a:t>
            </a:r>
            <a:r>
              <a:rPr lang="en-US" altLang="ko-KR" sz="1400" dirty="0" smtClean="0"/>
              <a:t>.</a:t>
            </a:r>
          </a:p>
          <a:p>
            <a:r>
              <a:rPr lang="ko-KR" altLang="en-US" sz="1400" dirty="0" smtClean="0"/>
              <a:t>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82368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 descr="C:\Users\ndtuser3\Desktop\IP\QPI\OJT NOTE\PHOTO\1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755188"/>
            <a:ext cx="5908003" cy="4354161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ndtuser3\Desktop\IP\QPI\OJT NOTE\PHOTO\01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07" y="2953371"/>
            <a:ext cx="6557749" cy="3317908"/>
          </a:xfrm>
          <a:prstGeom prst="rect">
            <a:avLst/>
          </a:prstGeom>
          <a:noFill/>
          <a:ln w="222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7115587" y="1957157"/>
            <a:ext cx="1056813" cy="1341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68738" y="5686187"/>
            <a:ext cx="1547279" cy="1341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꺾인 연결선 6"/>
          <p:cNvCxnSpPr>
            <a:stCxn id="8" idx="3"/>
            <a:endCxn id="4" idx="1"/>
          </p:cNvCxnSpPr>
          <p:nvPr/>
        </p:nvCxnSpPr>
        <p:spPr>
          <a:xfrm flipV="1">
            <a:off x="1916017" y="2024224"/>
            <a:ext cx="5199570" cy="3729030"/>
          </a:xfrm>
          <a:prstGeom prst="bentConnector3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16017" y="5383922"/>
            <a:ext cx="39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  <a:latin typeface="맑은 고딕"/>
                <a:ea typeface="맑은 고딕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8224" y="1629670"/>
            <a:ext cx="39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3528" y="1363431"/>
            <a:ext cx="3456384" cy="95410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맑은 고딕"/>
                <a:ea typeface="맑은 고딕"/>
              </a:rPr>
              <a:t>• QPI FILE</a:t>
            </a:r>
            <a:r>
              <a:rPr lang="ko-KR" altLang="en-US" sz="1400" dirty="0" smtClean="0">
                <a:latin typeface="맑은 고딕"/>
                <a:ea typeface="맑은 고딕"/>
              </a:rPr>
              <a:t>을 받기 위해 </a:t>
            </a:r>
            <a:r>
              <a:rPr lang="en-US" altLang="ko-KR" sz="1400" dirty="0" smtClean="0">
                <a:latin typeface="맑은 고딕"/>
                <a:ea typeface="맑은 고딕"/>
              </a:rPr>
              <a:t>ERP </a:t>
            </a:r>
            <a:r>
              <a:rPr lang="ko-KR" altLang="en-US" sz="1400" dirty="0" smtClean="0">
                <a:latin typeface="맑은 고딕"/>
                <a:ea typeface="맑은 고딕"/>
              </a:rPr>
              <a:t>접속</a:t>
            </a:r>
            <a:r>
              <a:rPr lang="en-US" altLang="ko-KR" sz="1400" dirty="0" smtClean="0"/>
              <a:t>.</a:t>
            </a:r>
          </a:p>
          <a:p>
            <a:endParaRPr lang="en-US" altLang="ko-KR" sz="1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r>
              <a:rPr lang="en-US" altLang="ko-KR" sz="1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</a:t>
            </a:r>
            <a:r>
              <a:rPr lang="en-US" altLang="ko-KR" sz="1400" dirty="0">
                <a:latin typeface="맑은 고딕"/>
                <a:ea typeface="맑은 고딕"/>
              </a:rPr>
              <a:t>①</a:t>
            </a:r>
            <a:r>
              <a:rPr lang="en-US" altLang="ko-KR" sz="1400" dirty="0" smtClean="0"/>
              <a:t> ASD OFF SITE Manufacturing User</a:t>
            </a:r>
          </a:p>
          <a:p>
            <a:r>
              <a:rPr lang="ko-KR" altLang="en-US" sz="1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②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XXQAB REPORTS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424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C:\Users\ndtuser3\Desktop\IP\QPI\OJT NOTE\PHOTO\2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628800"/>
            <a:ext cx="4915168" cy="4779198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5" name="Picture 5" descr="C:\Users\ndtuser3\Desktop\IP\QPI\OJT NOTE\PHOTO\3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539268"/>
            <a:ext cx="3987995" cy="3584642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6589133" y="3196348"/>
            <a:ext cx="873399" cy="2160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730436" y="4353249"/>
            <a:ext cx="3015210" cy="1785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꺾인 연결선 5"/>
          <p:cNvCxnSpPr/>
          <p:nvPr/>
        </p:nvCxnSpPr>
        <p:spPr>
          <a:xfrm flipV="1">
            <a:off x="4745646" y="3304361"/>
            <a:ext cx="1842578" cy="1138154"/>
          </a:xfrm>
          <a:prstGeom prst="bentConnector3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067944" y="3951054"/>
            <a:ext cx="39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①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84168" y="3356346"/>
            <a:ext cx="39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64088" y="4531781"/>
            <a:ext cx="3653784" cy="1815882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맑은 고딕"/>
                <a:ea typeface="맑은 고딕"/>
              </a:rPr>
              <a:t>• Oracle Applications-</a:t>
            </a:r>
            <a:r>
              <a:rPr lang="en-US" altLang="ko-KR" sz="1400" dirty="0" err="1" smtClean="0">
                <a:latin typeface="맑은 고딕"/>
                <a:ea typeface="맑은 고딕"/>
              </a:rPr>
              <a:t>koreanair</a:t>
            </a:r>
            <a:r>
              <a:rPr lang="en-US" altLang="ko-KR" sz="1400" dirty="0" smtClean="0">
                <a:latin typeface="맑은 고딕"/>
                <a:ea typeface="맑은 고딕"/>
              </a:rPr>
              <a:t> </a:t>
            </a:r>
            <a:r>
              <a:rPr lang="en-US" altLang="ko-KR" sz="1400" dirty="0" err="1" smtClean="0">
                <a:latin typeface="맑은 고딕"/>
                <a:ea typeface="맑은 고딕"/>
              </a:rPr>
              <a:t>erp</a:t>
            </a:r>
            <a:r>
              <a:rPr lang="ko-KR" altLang="en-US" sz="1400" dirty="0" smtClean="0">
                <a:latin typeface="맑은 고딕"/>
                <a:ea typeface="맑은 고딕"/>
              </a:rPr>
              <a:t>로 새 창이 </a:t>
            </a:r>
            <a:r>
              <a:rPr lang="ko-KR" altLang="en-US" sz="1400" dirty="0" err="1" smtClean="0">
                <a:latin typeface="맑은 고딕"/>
                <a:ea typeface="맑은 고딕"/>
              </a:rPr>
              <a:t>뜨게되면서</a:t>
            </a:r>
            <a:r>
              <a:rPr lang="ko-KR" altLang="en-US" sz="1400" dirty="0" smtClean="0">
                <a:latin typeface="맑은 고딕"/>
                <a:ea typeface="맑은 고딕"/>
              </a:rPr>
              <a:t> 아래 화면 생성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• oracle </a:t>
            </a:r>
            <a:r>
              <a:rPr lang="ko-KR" altLang="en-US" sz="1400" dirty="0" smtClean="0"/>
              <a:t>창이 뜨지 않는 </a:t>
            </a:r>
            <a:r>
              <a:rPr lang="en-US" altLang="ko-KR" sz="1400" dirty="0" smtClean="0"/>
              <a:t>error </a:t>
            </a:r>
            <a:r>
              <a:rPr lang="ko-KR" altLang="en-US" sz="1400" dirty="0" smtClean="0"/>
              <a:t>발생시 </a:t>
            </a:r>
            <a:r>
              <a:rPr lang="en-US" altLang="ko-KR" sz="1400" dirty="0" smtClean="0"/>
              <a:t>Java</a:t>
            </a:r>
            <a:r>
              <a:rPr lang="ko-KR" altLang="en-US" sz="1400" dirty="0" smtClean="0"/>
              <a:t>의 버전 문제를 해결해야 함</a:t>
            </a:r>
            <a:r>
              <a:rPr lang="en-US" altLang="ko-KR" sz="1400" dirty="0" smtClean="0"/>
              <a:t>.</a:t>
            </a:r>
          </a:p>
          <a:p>
            <a:endParaRPr lang="en-US" altLang="ko-KR" sz="1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r>
              <a:rPr lang="en-US" altLang="ko-KR" sz="1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</a:t>
            </a:r>
            <a:r>
              <a:rPr lang="en-US" altLang="ko-KR" sz="1400" dirty="0">
                <a:latin typeface="맑은 고딕"/>
                <a:ea typeface="맑은 고딕"/>
              </a:rPr>
              <a:t>①</a:t>
            </a:r>
            <a:r>
              <a:rPr lang="en-US" altLang="ko-KR" sz="1400" dirty="0" smtClean="0"/>
              <a:t> FAI Station </a:t>
            </a:r>
            <a:r>
              <a:rPr lang="en-US" altLang="ko-KR" sz="1400" dirty="0" err="1" smtClean="0"/>
              <a:t>Maintance</a:t>
            </a:r>
            <a:endParaRPr lang="en-US" altLang="ko-KR" sz="1400" dirty="0" smtClean="0"/>
          </a:p>
          <a:p>
            <a:r>
              <a:rPr lang="ko-KR" altLang="en-US" sz="1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②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Single Request(check)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smtClean="0">
                <a:latin typeface="맑은 고딕"/>
                <a:ea typeface="맑은 고딕"/>
              </a:rPr>
              <a:t>③ OK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2368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9" name="Picture 5" descr="C:\Users\ndtuser3\Desktop\IP\QPI\OJT NOTE\PHOTO\4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92696"/>
            <a:ext cx="4476121" cy="3601794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C:\Users\ndtuser3\Desktop\IP\QPI\OJT NOTE\PHOTO\5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3111" y="1988840"/>
            <a:ext cx="5383422" cy="4392488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4860032" y="4798759"/>
            <a:ext cx="3816424" cy="1475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4265519" y="1680202"/>
            <a:ext cx="306481" cy="1341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꺾인 연결선 5"/>
          <p:cNvCxnSpPr>
            <a:stCxn id="5" idx="3"/>
            <a:endCxn id="4" idx="1"/>
          </p:cNvCxnSpPr>
          <p:nvPr/>
        </p:nvCxnSpPr>
        <p:spPr>
          <a:xfrm>
            <a:off x="4572000" y="1747269"/>
            <a:ext cx="288032" cy="3125264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88024" y="1495536"/>
            <a:ext cx="39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①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65519" y="4798759"/>
            <a:ext cx="39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63541" y="260648"/>
            <a:ext cx="4572508" cy="1169551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맑은 고딕"/>
                <a:ea typeface="맑은 고딕"/>
              </a:rPr>
              <a:t>• Submit Request (FAI) </a:t>
            </a:r>
            <a:r>
              <a:rPr lang="ko-KR" altLang="en-US" sz="1400" dirty="0" smtClean="0">
                <a:latin typeface="맑은 고딕"/>
                <a:ea typeface="맑은 고딕"/>
              </a:rPr>
              <a:t>창 생성</a:t>
            </a:r>
            <a:r>
              <a:rPr lang="en-US" altLang="ko-KR" sz="1400" dirty="0" smtClean="0"/>
              <a:t>.</a:t>
            </a:r>
          </a:p>
          <a:p>
            <a:endParaRPr lang="en-US" altLang="ko-KR" sz="1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r>
              <a:rPr lang="en-US" altLang="ko-KR" sz="1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</a:t>
            </a:r>
            <a:r>
              <a:rPr lang="en-US" altLang="ko-KR" sz="1400" dirty="0">
                <a:latin typeface="맑은 고딕"/>
                <a:ea typeface="맑은 고딕"/>
              </a:rPr>
              <a:t>①</a:t>
            </a:r>
            <a:r>
              <a:rPr lang="en-US" altLang="ko-KR" sz="1400" dirty="0" smtClean="0"/>
              <a:t> Name</a:t>
            </a:r>
            <a:r>
              <a:rPr lang="ko-KR" altLang="en-US" sz="1400" dirty="0" smtClean="0"/>
              <a:t>의 </a:t>
            </a:r>
            <a:r>
              <a:rPr lang="ko-KR" altLang="en-US" sz="1400" dirty="0" err="1" smtClean="0"/>
              <a:t>검색창</a:t>
            </a:r>
            <a:r>
              <a:rPr lang="ko-KR" altLang="en-US" sz="1400" dirty="0" smtClean="0"/>
              <a:t> 클릭</a:t>
            </a:r>
            <a:endParaRPr lang="en-US" altLang="ko-KR" sz="1400" dirty="0" smtClean="0"/>
          </a:p>
          <a:p>
            <a:r>
              <a:rPr lang="ko-KR" altLang="en-US" sz="1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en-US" altLang="ko-KR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XXQA_FirstArticleInspectionRecord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(XXQAQB00200)</a:t>
            </a:r>
          </a:p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클릭 후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OK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혹은 더블클릭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2368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ndtuser3\Desktop\IP\QPI\OJT NOTE\PHOTO\6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060848"/>
            <a:ext cx="7078403" cy="3991151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 descr="C:\Users\ndtuser3\Desktop\IP\QPI\OJT NOTE\PHOTO\7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305540"/>
            <a:ext cx="5021318" cy="4079077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5076056" y="5083590"/>
            <a:ext cx="656197" cy="21602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963372" y="4662015"/>
            <a:ext cx="39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①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641175" y="3784363"/>
            <a:ext cx="873399" cy="2376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965792" y="5520833"/>
            <a:ext cx="542312" cy="21602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꺾인 연결선 11"/>
          <p:cNvCxnSpPr>
            <a:stCxn id="11" idx="3"/>
            <a:endCxn id="10" idx="1"/>
          </p:cNvCxnSpPr>
          <p:nvPr/>
        </p:nvCxnSpPr>
        <p:spPr>
          <a:xfrm flipV="1">
            <a:off x="5508104" y="3903176"/>
            <a:ext cx="1133071" cy="1725669"/>
          </a:xfrm>
          <a:prstGeom prst="bentConnector3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16216" y="3361209"/>
            <a:ext cx="39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③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42643" y="5682667"/>
            <a:ext cx="39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5206132" y="5299614"/>
            <a:ext cx="0" cy="221219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716016" y="4509120"/>
            <a:ext cx="1152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“QPI” </a:t>
            </a:r>
            <a:r>
              <a:rPr lang="ko-KR" altLang="en-US" sz="1200" dirty="0" smtClean="0"/>
              <a:t>대문자</a:t>
            </a:r>
            <a:endParaRPr lang="ko-KR" altLang="en-US" sz="1200" dirty="0"/>
          </a:p>
        </p:txBody>
      </p:sp>
      <p:sp>
        <p:nvSpPr>
          <p:cNvPr id="17" name="TextBox 16"/>
          <p:cNvSpPr txBox="1"/>
          <p:nvPr/>
        </p:nvSpPr>
        <p:spPr>
          <a:xfrm>
            <a:off x="110117" y="548680"/>
            <a:ext cx="3816424" cy="1384995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맑은 고딕"/>
                <a:ea typeface="맑은 고딕"/>
              </a:rPr>
              <a:t>• Parameters </a:t>
            </a:r>
            <a:r>
              <a:rPr lang="ko-KR" altLang="en-US" sz="1400" dirty="0" smtClean="0">
                <a:latin typeface="맑은 고딕"/>
                <a:ea typeface="맑은 고딕"/>
              </a:rPr>
              <a:t>창 생성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</a:t>
            </a:r>
            <a:r>
              <a:rPr lang="en-US" altLang="ko-KR" sz="1400" dirty="0" smtClean="0"/>
              <a:t>①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QPI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No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입력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대문자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400" dirty="0" smtClean="0">
                <a:latin typeface="맑은 고딕" panose="020B0503020000020004" pitchFamily="50" charset="-127"/>
              </a:rPr>
              <a:t>②</a:t>
            </a:r>
            <a:r>
              <a:rPr lang="en-US" altLang="ko-KR" sz="1400" dirty="0" smtClean="0">
                <a:latin typeface="맑은 고딕"/>
                <a:ea typeface="맑은 고딕"/>
              </a:rPr>
              <a:t>OK</a:t>
            </a:r>
            <a:endParaRPr lang="en-US" altLang="ko-KR" sz="1400" dirty="0" smtClean="0">
              <a:latin typeface="맑은 고딕"/>
              <a:ea typeface="맑은 고딕"/>
            </a:endParaRPr>
          </a:p>
          <a:p>
            <a:r>
              <a:rPr lang="en-US" altLang="ko-KR" sz="1400" dirty="0"/>
              <a:t>• Parameters </a:t>
            </a:r>
            <a:r>
              <a:rPr lang="ko-KR" altLang="en-US" sz="1400" dirty="0"/>
              <a:t>창 </a:t>
            </a:r>
            <a:r>
              <a:rPr lang="ko-KR" altLang="en-US" sz="1400" dirty="0" smtClean="0"/>
              <a:t>없어짐</a:t>
            </a:r>
            <a:r>
              <a:rPr lang="en-US" altLang="ko-KR" sz="1400" dirty="0" smtClean="0"/>
              <a:t>(Submit Request(FAI)</a:t>
            </a:r>
            <a:r>
              <a:rPr lang="ko-KR" altLang="en-US" sz="1400" dirty="0" smtClean="0"/>
              <a:t>창 </a:t>
            </a:r>
            <a:r>
              <a:rPr lang="en-US" altLang="ko-KR" sz="1400" dirty="0" smtClean="0"/>
              <a:t>Parameter</a:t>
            </a:r>
            <a:r>
              <a:rPr lang="ko-KR" altLang="en-US" sz="1400" dirty="0" err="1" smtClean="0"/>
              <a:t>란에</a:t>
            </a:r>
            <a:r>
              <a:rPr lang="ko-KR" altLang="en-US" sz="1400" dirty="0"/>
              <a:t> </a:t>
            </a:r>
            <a:r>
              <a:rPr lang="en-US" altLang="ko-KR" sz="1400" dirty="0" smtClean="0"/>
              <a:t>QPI No </a:t>
            </a:r>
            <a:r>
              <a:rPr lang="ko-KR" altLang="en-US" sz="1400" dirty="0" smtClean="0"/>
              <a:t>생성됨</a:t>
            </a:r>
            <a:r>
              <a:rPr lang="en-US" altLang="ko-KR" sz="1400" dirty="0" smtClean="0"/>
              <a:t>).</a:t>
            </a:r>
          </a:p>
          <a:p>
            <a:r>
              <a:rPr lang="en-US" altLang="ko-KR" sz="1400" dirty="0" smtClean="0">
                <a:ea typeface="맑은 고딕" panose="020B0503020000020004" pitchFamily="50" charset="-127"/>
              </a:rPr>
              <a:t> </a:t>
            </a:r>
            <a:r>
              <a:rPr lang="en-US" altLang="ko-KR" sz="1400" dirty="0" smtClean="0">
                <a:ea typeface="맑은 고딕" panose="020B0503020000020004" pitchFamily="50" charset="-127"/>
              </a:rPr>
              <a:t> </a:t>
            </a:r>
            <a:r>
              <a:rPr lang="en-US" altLang="ko-KR" sz="1400" dirty="0" smtClean="0">
                <a:ea typeface="맑은 고딕"/>
              </a:rPr>
              <a:t>③</a:t>
            </a:r>
            <a:r>
              <a:rPr lang="en-US" altLang="ko-KR" sz="1400" dirty="0" smtClean="0"/>
              <a:t>Submit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882368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ndtuser3\Desktop\IP\QPI\OJT NOTE\PHOTO\8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700808"/>
            <a:ext cx="7233258" cy="4422795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5" name="Picture 3" descr="C:\Users\ndtuser3\Desktop\IP\QPI\OJT NOTE\PHOTO\9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304683"/>
            <a:ext cx="4351014" cy="4122014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6849560" y="5584000"/>
            <a:ext cx="407447" cy="2376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181318" y="5181697"/>
            <a:ext cx="960739" cy="2376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꺾인 연결선 5"/>
          <p:cNvCxnSpPr>
            <a:stCxn id="5" idx="3"/>
            <a:endCxn id="4" idx="1"/>
          </p:cNvCxnSpPr>
          <p:nvPr/>
        </p:nvCxnSpPr>
        <p:spPr>
          <a:xfrm>
            <a:off x="4142057" y="5300510"/>
            <a:ext cx="2707503" cy="402303"/>
          </a:xfrm>
          <a:prstGeom prst="bentConnector3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99066" y="4812365"/>
            <a:ext cx="39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①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60963" y="5793387"/>
            <a:ext cx="39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2" name="아래쪽 화살표 11"/>
          <p:cNvSpPr/>
          <p:nvPr/>
        </p:nvSpPr>
        <p:spPr>
          <a:xfrm>
            <a:off x="6228184" y="4365104"/>
            <a:ext cx="936104" cy="360040"/>
          </a:xfrm>
          <a:prstGeom prst="downArrow">
            <a:avLst/>
          </a:prstGeom>
          <a:noFill/>
          <a:ln>
            <a:solidFill>
              <a:srgbClr val="FF0000"/>
            </a:solidFill>
          </a:ln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39552" y="666377"/>
            <a:ext cx="3610681" cy="1384995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맑은 고딕"/>
                <a:ea typeface="맑은 고딕"/>
              </a:rPr>
              <a:t>• </a:t>
            </a:r>
            <a:r>
              <a:rPr lang="ko-KR" altLang="en-US" sz="1400" dirty="0" smtClean="0">
                <a:latin typeface="맑은 고딕"/>
                <a:ea typeface="맑은 고딕"/>
              </a:rPr>
              <a:t>이전 단계의 </a:t>
            </a:r>
            <a:r>
              <a:rPr lang="en-US" altLang="ko-KR" sz="1400" dirty="0" smtClean="0">
                <a:latin typeface="맑은 고딕"/>
                <a:ea typeface="맑은 고딕"/>
              </a:rPr>
              <a:t>Submit </a:t>
            </a:r>
            <a:r>
              <a:rPr lang="ko-KR" altLang="en-US" sz="1400" dirty="0" smtClean="0">
                <a:latin typeface="맑은 고딕"/>
                <a:ea typeface="맑은 고딕"/>
              </a:rPr>
              <a:t>클릭 이 후</a:t>
            </a:r>
            <a:r>
              <a:rPr lang="en-US" altLang="ko-KR" sz="1400" dirty="0" smtClean="0">
                <a:latin typeface="맑은 고딕"/>
                <a:ea typeface="맑은 고딕"/>
              </a:rPr>
              <a:t> Decision </a:t>
            </a:r>
            <a:r>
              <a:rPr lang="ko-KR" altLang="en-US" sz="1400" dirty="0" smtClean="0">
                <a:latin typeface="맑은 고딕"/>
                <a:ea typeface="맑은 고딕"/>
              </a:rPr>
              <a:t>창 생성</a:t>
            </a:r>
            <a:r>
              <a:rPr lang="en-US" altLang="ko-KR" sz="1400" dirty="0"/>
              <a:t> ①</a:t>
            </a:r>
            <a:endParaRPr lang="en-US" altLang="ko-KR" sz="1400" dirty="0" smtClean="0"/>
          </a:p>
          <a:p>
            <a:endParaRPr lang="en-US" altLang="ko-KR" sz="1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ko-KR" altLang="en-US" sz="1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sz="1400" dirty="0"/>
              <a:t>Decision </a:t>
            </a:r>
            <a:r>
              <a:rPr lang="ko-KR" altLang="en-US" sz="1400" dirty="0" smtClean="0"/>
              <a:t>창에서 </a:t>
            </a:r>
            <a:r>
              <a:rPr lang="en-US" altLang="ko-KR" sz="1400" dirty="0" smtClean="0"/>
              <a:t>No </a:t>
            </a:r>
            <a:r>
              <a:rPr lang="ko-KR" altLang="en-US" sz="1400" dirty="0" smtClean="0"/>
              <a:t>클릭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en-US" altLang="ko-KR" sz="1400" dirty="0"/>
              <a:t>• Submit Request(FAI)</a:t>
            </a:r>
            <a:r>
              <a:rPr lang="ko-KR" altLang="en-US" sz="1400" dirty="0" smtClean="0"/>
              <a:t>창 사라짐</a:t>
            </a:r>
            <a:r>
              <a:rPr lang="en-US" altLang="ko-KR" sz="1400" dirty="0" smtClean="0"/>
              <a:t>.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2368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ndtuser3\Desktop\IP\QPI\OJT NOTE\PHOTO\10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67" y="539268"/>
            <a:ext cx="4967169" cy="4636550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9" name="Picture 3" descr="C:\Users\ndtuser3\Desktop\IP\QPI\OJT NOTE\PHOTO\11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412776"/>
            <a:ext cx="6343440" cy="4872706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타원 1"/>
          <p:cNvSpPr/>
          <p:nvPr/>
        </p:nvSpPr>
        <p:spPr>
          <a:xfrm>
            <a:off x="708507" y="637314"/>
            <a:ext cx="504056" cy="5040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6801031" y="5416511"/>
            <a:ext cx="960739" cy="2875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774743" y="2808567"/>
            <a:ext cx="1162494" cy="21602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꺾인 연결선 6"/>
          <p:cNvCxnSpPr>
            <a:stCxn id="6" idx="3"/>
            <a:endCxn id="5" idx="1"/>
          </p:cNvCxnSpPr>
          <p:nvPr/>
        </p:nvCxnSpPr>
        <p:spPr>
          <a:xfrm>
            <a:off x="1937237" y="2916579"/>
            <a:ext cx="4863794" cy="2643696"/>
          </a:xfrm>
          <a:prstGeom prst="bentConnector3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6519" y="3048590"/>
            <a:ext cx="39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①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81400" y="5047179"/>
            <a:ext cx="39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11" name="직선 연결선 10"/>
          <p:cNvCxnSpPr>
            <a:stCxn id="2" idx="4"/>
          </p:cNvCxnSpPr>
          <p:nvPr/>
        </p:nvCxnSpPr>
        <p:spPr>
          <a:xfrm>
            <a:off x="960535" y="1141370"/>
            <a:ext cx="0" cy="1667197"/>
          </a:xfrm>
          <a:prstGeom prst="line">
            <a:avLst/>
          </a:prstGeom>
          <a:ln w="15875"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36097" y="764704"/>
            <a:ext cx="3650644" cy="95410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① Oracle Applications – </a:t>
            </a:r>
            <a:r>
              <a:rPr lang="en-US" altLang="ko-KR" sz="1400" dirty="0" err="1" smtClean="0"/>
              <a:t>Koreanair</a:t>
            </a:r>
            <a:r>
              <a:rPr lang="en-US" altLang="ko-KR" sz="1400" dirty="0" smtClean="0"/>
              <a:t> ERP </a:t>
            </a:r>
            <a:r>
              <a:rPr lang="ko-KR" altLang="en-US" sz="1400" dirty="0" smtClean="0"/>
              <a:t>창에서 </a:t>
            </a:r>
            <a:r>
              <a:rPr lang="en-US" altLang="ko-KR" sz="1400" dirty="0" smtClean="0"/>
              <a:t>View </a:t>
            </a:r>
            <a:r>
              <a:rPr lang="ko-KR" altLang="en-US" sz="1400" dirty="0" smtClean="0"/>
              <a:t>클릭 후 메뉴에서 </a:t>
            </a:r>
            <a:r>
              <a:rPr lang="en-US" altLang="ko-KR" sz="1400" dirty="0" smtClean="0"/>
              <a:t>Requests </a:t>
            </a:r>
            <a:r>
              <a:rPr lang="ko-KR" altLang="en-US" sz="1400" dirty="0" smtClean="0"/>
              <a:t>클릭</a:t>
            </a:r>
            <a:r>
              <a:rPr lang="en-US" altLang="ko-KR" sz="1400" dirty="0" smtClean="0"/>
              <a:t>.</a:t>
            </a:r>
          </a:p>
          <a:p>
            <a:endParaRPr lang="en-US" altLang="ko-KR" sz="1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ko-KR" altLang="en-US" sz="1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sz="1400" dirty="0" smtClean="0"/>
              <a:t>Find Requests </a:t>
            </a:r>
            <a:r>
              <a:rPr lang="ko-KR" altLang="en-US" sz="1400" dirty="0" smtClean="0"/>
              <a:t>창에서 </a:t>
            </a:r>
            <a:r>
              <a:rPr lang="en-US" altLang="ko-KR" sz="1400" dirty="0" smtClean="0"/>
              <a:t>Find </a:t>
            </a:r>
            <a:r>
              <a:rPr lang="ko-KR" altLang="en-US" sz="1400" dirty="0" smtClean="0"/>
              <a:t>클릭</a:t>
            </a:r>
            <a:r>
              <a:rPr lang="en-US" altLang="ko-KR" sz="1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5795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ndtuser3\Desktop\IP\QPI\OJT NOTE\PHOTO\12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340768"/>
            <a:ext cx="6272594" cy="4935682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3" name="Picture 3" descr="C:\Users\ndtuser3\Desktop\IP\QPI\OJT NOTE\PHOTO\13.bmp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5" y="836712"/>
            <a:ext cx="4583141" cy="2830453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4209501" y="687968"/>
            <a:ext cx="4856025" cy="311528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645507" y="4895829"/>
            <a:ext cx="2491909" cy="2875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447485" y="4526497"/>
            <a:ext cx="39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①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13457" y="652046"/>
            <a:ext cx="39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2" name="아래쪽 화살표 11"/>
          <p:cNvSpPr/>
          <p:nvPr/>
        </p:nvSpPr>
        <p:spPr>
          <a:xfrm>
            <a:off x="5076056" y="3861047"/>
            <a:ext cx="936104" cy="936105"/>
          </a:xfrm>
          <a:prstGeom prst="downArrow">
            <a:avLst/>
          </a:prstGeom>
          <a:noFill/>
          <a:ln>
            <a:solidFill>
              <a:srgbClr val="FF0000"/>
            </a:solidFill>
          </a:ln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타원 1"/>
          <p:cNvSpPr/>
          <p:nvPr/>
        </p:nvSpPr>
        <p:spPr>
          <a:xfrm>
            <a:off x="3008147" y="2884196"/>
            <a:ext cx="1188183" cy="288032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539552" y="2248701"/>
            <a:ext cx="1188183" cy="288032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/>
          <p:cNvCxnSpPr/>
          <p:nvPr/>
        </p:nvCxnSpPr>
        <p:spPr>
          <a:xfrm>
            <a:off x="1727735" y="2492896"/>
            <a:ext cx="1188081" cy="391300"/>
          </a:xfrm>
          <a:prstGeom prst="line">
            <a:avLst/>
          </a:prstGeom>
          <a:ln w="15875">
            <a:solidFill>
              <a:srgbClr val="FF0000"/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11913" y="3503172"/>
            <a:ext cx="3612015" cy="600164"/>
          </a:xfrm>
          <a:prstGeom prst="rect">
            <a:avLst/>
          </a:prstGeom>
          <a:solidFill>
            <a:schemeClr val="bg1">
              <a:alpha val="77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Completed </a:t>
            </a:r>
            <a:r>
              <a:rPr lang="ko-KR" altLang="en-US" sz="1100" dirty="0" err="1" smtClean="0"/>
              <a:t>상태일때</a:t>
            </a:r>
            <a:r>
              <a:rPr lang="ko-KR" altLang="en-US" sz="1100" dirty="0" smtClean="0"/>
              <a:t> </a:t>
            </a:r>
            <a:r>
              <a:rPr lang="ko-KR" altLang="en-US" sz="1100" dirty="0" smtClean="0">
                <a:latin typeface="맑은 고딕"/>
                <a:ea typeface="맑은 고딕"/>
              </a:rPr>
              <a:t>①</a:t>
            </a:r>
            <a:r>
              <a:rPr lang="en-US" altLang="ko-KR" sz="1100" dirty="0" smtClean="0">
                <a:latin typeface="맑은 고딕"/>
                <a:ea typeface="맑은 고딕"/>
              </a:rPr>
              <a:t>(View Output)</a:t>
            </a:r>
          </a:p>
          <a:p>
            <a:r>
              <a:rPr lang="en-US" altLang="ko-KR" sz="1100" dirty="0" smtClean="0">
                <a:latin typeface="맑은 고딕"/>
                <a:ea typeface="맑은 고딕"/>
              </a:rPr>
              <a:t>Running/Pending </a:t>
            </a:r>
            <a:r>
              <a:rPr lang="ko-KR" altLang="en-US" sz="1100" dirty="0" smtClean="0">
                <a:latin typeface="맑은 고딕"/>
                <a:ea typeface="맑은 고딕"/>
              </a:rPr>
              <a:t>상태</a:t>
            </a:r>
            <a:r>
              <a:rPr lang="en-US" altLang="ko-KR" sz="1100" dirty="0" smtClean="0">
                <a:latin typeface="맑은 고딕"/>
                <a:ea typeface="맑은 고딕"/>
              </a:rPr>
              <a:t>(</a:t>
            </a:r>
            <a:r>
              <a:rPr lang="ko-KR" altLang="en-US" sz="1100" dirty="0" smtClean="0">
                <a:latin typeface="맑은 고딕"/>
                <a:ea typeface="맑은 고딕"/>
              </a:rPr>
              <a:t>녹색</a:t>
            </a:r>
            <a:r>
              <a:rPr lang="en-US" altLang="ko-KR" sz="1100" dirty="0" smtClean="0">
                <a:latin typeface="맑은 고딕"/>
                <a:ea typeface="맑은 고딕"/>
              </a:rPr>
              <a:t>)</a:t>
            </a:r>
            <a:r>
              <a:rPr lang="ko-KR" altLang="en-US" sz="1100" dirty="0" smtClean="0">
                <a:latin typeface="맑은 고딕"/>
                <a:ea typeface="맑은 고딕"/>
              </a:rPr>
              <a:t>이면 </a:t>
            </a:r>
            <a:r>
              <a:rPr lang="en-US" altLang="ko-KR" sz="1100" dirty="0" smtClean="0">
                <a:latin typeface="맑은 고딕"/>
                <a:ea typeface="맑은 고딕"/>
              </a:rPr>
              <a:t>Refresh Data </a:t>
            </a:r>
            <a:r>
              <a:rPr lang="ko-KR" altLang="en-US" sz="1100" dirty="0" smtClean="0">
                <a:latin typeface="맑은 고딕"/>
                <a:ea typeface="맑은 고딕"/>
              </a:rPr>
              <a:t>버튼을 </a:t>
            </a:r>
            <a:r>
              <a:rPr lang="en-US" altLang="ko-KR" sz="1100" dirty="0" smtClean="0">
                <a:latin typeface="맑은 고딕"/>
                <a:ea typeface="맑은 고딕"/>
              </a:rPr>
              <a:t>Completed </a:t>
            </a:r>
            <a:r>
              <a:rPr lang="ko-KR" altLang="en-US" sz="1100" dirty="0" err="1" smtClean="0">
                <a:latin typeface="맑은 고딕"/>
                <a:ea typeface="맑은 고딕"/>
              </a:rPr>
              <a:t>될때까지</a:t>
            </a:r>
            <a:r>
              <a:rPr lang="ko-KR" altLang="en-US" sz="1100" dirty="0" smtClean="0">
                <a:latin typeface="맑은 고딕"/>
                <a:ea typeface="맑은 고딕"/>
              </a:rPr>
              <a:t> 클릭</a:t>
            </a:r>
            <a:endParaRPr lang="ko-KR" altLang="en-US" sz="1100" dirty="0"/>
          </a:p>
        </p:txBody>
      </p:sp>
      <p:cxnSp>
        <p:nvCxnSpPr>
          <p:cNvPr id="13" name="직선 연결선 12"/>
          <p:cNvCxnSpPr>
            <a:endCxn id="9" idx="0"/>
          </p:cNvCxnSpPr>
          <p:nvPr/>
        </p:nvCxnSpPr>
        <p:spPr>
          <a:xfrm flipH="1">
            <a:off x="2117921" y="2688546"/>
            <a:ext cx="203854" cy="814626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28184" y="4203331"/>
            <a:ext cx="2852318" cy="1169551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맑은 고딕"/>
                <a:ea typeface="맑은 고딕"/>
              </a:rPr>
              <a:t>• Requests </a:t>
            </a:r>
            <a:r>
              <a:rPr lang="ko-KR" altLang="en-US" sz="1400" dirty="0" smtClean="0">
                <a:latin typeface="맑은 고딕"/>
                <a:ea typeface="맑은 고딕"/>
              </a:rPr>
              <a:t>창 생성 이 후 상태 확인 </a:t>
            </a:r>
            <a:r>
              <a:rPr lang="en-US" altLang="ko-KR" sz="1400" dirty="0" smtClean="0">
                <a:latin typeface="맑은 고딕"/>
                <a:ea typeface="맑은 고딕"/>
              </a:rPr>
              <a:t>(Phase / Status)</a:t>
            </a:r>
            <a:endParaRPr lang="en-US" altLang="ko-KR" sz="1400" dirty="0" smtClean="0"/>
          </a:p>
          <a:p>
            <a:endParaRPr lang="en-US" altLang="ko-KR" sz="1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r>
              <a:rPr lang="ko-KR" altLang="en-US" sz="1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US" altLang="ko-KR" sz="1400" dirty="0"/>
              <a:t>V</a:t>
            </a:r>
            <a:r>
              <a:rPr lang="en-US" altLang="ko-KR" sz="1400" dirty="0" smtClean="0"/>
              <a:t>iew Output </a:t>
            </a:r>
            <a:r>
              <a:rPr lang="ko-KR" altLang="en-US" sz="1400" dirty="0" smtClean="0"/>
              <a:t>클릭</a:t>
            </a:r>
            <a:endParaRPr lang="en-US" altLang="ko-KR" sz="1400" dirty="0"/>
          </a:p>
          <a:p>
            <a:r>
              <a:rPr lang="en-US" altLang="ko-KR" sz="1400" dirty="0" smtClean="0"/>
              <a:t>② FAIR(QPI) </a:t>
            </a:r>
            <a:r>
              <a:rPr lang="ko-KR" altLang="en-US" sz="1400" dirty="0" smtClean="0"/>
              <a:t>파일</a:t>
            </a:r>
            <a:r>
              <a:rPr lang="en-US" altLang="ko-KR" sz="1400" dirty="0" smtClean="0"/>
              <a:t>(PDF)</a:t>
            </a:r>
            <a:r>
              <a:rPr lang="ko-KR" altLang="en-US" sz="1400" dirty="0" smtClean="0"/>
              <a:t> 창 생성</a:t>
            </a:r>
            <a:r>
              <a:rPr lang="en-US" altLang="ko-KR" sz="1400" dirty="0" smtClean="0"/>
              <a:t>.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814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ndtuser3\Desktop\IP\QPI\OJT NOTE\PHOTO\14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908720"/>
            <a:ext cx="6055726" cy="4518282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타원 1"/>
          <p:cNvSpPr/>
          <p:nvPr/>
        </p:nvSpPr>
        <p:spPr>
          <a:xfrm>
            <a:off x="714011" y="1734060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2565856" y="4768829"/>
            <a:ext cx="1309237" cy="1785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914131" y="2022092"/>
            <a:ext cx="39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①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22452" y="4378181"/>
            <a:ext cx="39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7" name="꺾인 연결선 6"/>
          <p:cNvCxnSpPr>
            <a:stCxn id="2" idx="6"/>
            <a:endCxn id="3" idx="1"/>
          </p:cNvCxnSpPr>
          <p:nvPr/>
        </p:nvCxnSpPr>
        <p:spPr>
          <a:xfrm>
            <a:off x="1002043" y="1878076"/>
            <a:ext cx="1563813" cy="2980019"/>
          </a:xfrm>
          <a:prstGeom prst="bentConnector3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47655" y="3824183"/>
            <a:ext cx="2664296" cy="738664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Save </a:t>
            </a:r>
            <a:r>
              <a:rPr lang="ko-KR" altLang="en-US" sz="1400" dirty="0" smtClean="0"/>
              <a:t>시 </a:t>
            </a:r>
            <a:r>
              <a:rPr lang="en-US" altLang="ko-KR" sz="1400" dirty="0" smtClean="0"/>
              <a:t>File </a:t>
            </a:r>
            <a:r>
              <a:rPr lang="ko-KR" altLang="en-US" sz="1400" dirty="0" smtClean="0"/>
              <a:t>이름 생성</a:t>
            </a:r>
            <a:endParaRPr lang="en-US" altLang="ko-KR" sz="1400" dirty="0" smtClean="0"/>
          </a:p>
          <a:p>
            <a:pPr algn="ctr"/>
            <a:r>
              <a:rPr lang="en-US" altLang="ko-KR" sz="1400" dirty="0" smtClean="0"/>
              <a:t>W/O </a:t>
            </a:r>
            <a:r>
              <a:rPr lang="en-US" altLang="ko-KR" sz="1400" dirty="0" err="1" smtClean="0"/>
              <a:t>Number_QPI</a:t>
            </a:r>
            <a:r>
              <a:rPr lang="en-US" altLang="ko-KR" sz="1400" dirty="0" smtClean="0"/>
              <a:t> Number</a:t>
            </a:r>
          </a:p>
          <a:p>
            <a:pPr algn="ctr"/>
            <a:r>
              <a:rPr lang="ko-KR" altLang="en-US" sz="1400" dirty="0" smtClean="0"/>
              <a:t>필</a:t>
            </a:r>
            <a:r>
              <a:rPr lang="ko-KR" altLang="en-US" sz="1400" dirty="0"/>
              <a:t>히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“</a:t>
            </a:r>
            <a:r>
              <a:rPr lang="en-US" altLang="ko-KR" sz="1400" dirty="0" smtClean="0">
                <a:solidFill>
                  <a:srgbClr val="FF0000"/>
                </a:solidFill>
              </a:rPr>
              <a:t>_</a:t>
            </a:r>
            <a:r>
              <a:rPr lang="en-US" altLang="ko-KR" sz="1400" dirty="0" smtClean="0"/>
              <a:t>” </a:t>
            </a:r>
            <a:r>
              <a:rPr lang="ko-KR" altLang="en-US" sz="1400" dirty="0" smtClean="0"/>
              <a:t>사용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174378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각">
  <a:themeElements>
    <a:clrScheme name="각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각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각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426</TotalTime>
  <Words>261</Words>
  <Application>Microsoft Office PowerPoint</Application>
  <PresentationFormat>화면 슬라이드 쇼(4:3)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10</vt:i4>
      </vt:variant>
    </vt:vector>
  </HeadingPairs>
  <TitlesOfParts>
    <vt:vector size="21" baseType="lpstr">
      <vt:lpstr>Franklin Gothic Book</vt:lpstr>
      <vt:lpstr>Gill Sans Ultra Bold</vt:lpstr>
      <vt:lpstr>돋움</vt:lpstr>
      <vt:lpstr>맑은 고딕</vt:lpstr>
      <vt:lpstr>Aharoni</vt:lpstr>
      <vt:lpstr>Arial</vt:lpstr>
      <vt:lpstr>Franklin Gothic Medium</vt:lpstr>
      <vt:lpstr>Tunga</vt:lpstr>
      <vt:lpstr>Wingdings</vt:lpstr>
      <vt:lpstr>각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787품질 전종민</dc:creator>
  <cp:lastModifiedBy>NDT01</cp:lastModifiedBy>
  <cp:revision>27</cp:revision>
  <dcterms:created xsi:type="dcterms:W3CDTF">2015-05-15T12:52:50Z</dcterms:created>
  <dcterms:modified xsi:type="dcterms:W3CDTF">2015-11-27T09:43:04Z</dcterms:modified>
</cp:coreProperties>
</file>