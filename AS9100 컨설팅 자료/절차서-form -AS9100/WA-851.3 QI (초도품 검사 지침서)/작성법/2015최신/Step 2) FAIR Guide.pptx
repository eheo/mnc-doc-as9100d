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3" r:id="rId2"/>
  </p:sldMasterIdLst>
  <p:notesMasterIdLst>
    <p:notesMasterId r:id="rId10"/>
  </p:notesMasterIdLst>
  <p:sldIdLst>
    <p:sldId id="257" r:id="rId3"/>
    <p:sldId id="262" r:id="rId4"/>
    <p:sldId id="259" r:id="rId5"/>
    <p:sldId id="260" r:id="rId6"/>
    <p:sldId id="261" r:id="rId7"/>
    <p:sldId id="263" r:id="rId8"/>
    <p:sldId id="264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-1650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2424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434C3-EC66-4DD7-8755-BD1382E5EF97}" type="datetimeFigureOut">
              <a:rPr lang="ko-KR" altLang="en-US" smtClean="0"/>
              <a:t>2015-11-17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5B69A6-0F72-4AA7-AFB3-31FE0F17E9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231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364987" y="902622"/>
            <a:ext cx="9433048" cy="1107996"/>
          </a:xfrm>
          <a:prstGeom prst="rect">
            <a:avLst/>
          </a:prstGeom>
          <a:noFill/>
          <a:scene3d>
            <a:camera prst="orthographicFront">
              <a:rot lat="0" lon="0" rev="246000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4400" b="1" cap="none" spc="0" dirty="0" err="1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FAIRPlan</a:t>
            </a:r>
            <a:r>
              <a:rPr lang="en-US" altLang="ko-KR" sz="4400" b="1" cap="none" spc="0" baseline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altLang="ko-KR" sz="4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Request Master</a:t>
            </a:r>
            <a:r>
              <a:rPr lang="en-US" altLang="ko-KR" sz="66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endParaRPr lang="en-US" altLang="ko-KR" sz="1100" b="1" cap="none" spc="0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093712" y="3420289"/>
            <a:ext cx="1656184" cy="584775"/>
          </a:xfrm>
          <a:prstGeom prst="rect">
            <a:avLst/>
          </a:prstGeom>
          <a:noFill/>
          <a:scene3d>
            <a:camera prst="orthographicFront">
              <a:rot lat="0" lon="0" rev="246000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32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MAKE</a:t>
            </a:r>
            <a:endParaRPr lang="ko-KR" altLang="en-US" sz="32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1666628" y="4102791"/>
            <a:ext cx="1656184" cy="584775"/>
          </a:xfrm>
          <a:prstGeom prst="rect">
            <a:avLst/>
          </a:prstGeom>
          <a:noFill/>
          <a:scene3d>
            <a:camera prst="orthographicFront">
              <a:rot lat="0" lon="0" rev="246000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altLang="ko-KR" sz="32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FILE</a:t>
            </a:r>
            <a:endParaRPr lang="ko-KR" altLang="en-US" sz="32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5013952" y="1105580"/>
            <a:ext cx="3065218" cy="523220"/>
          </a:xfrm>
          <a:prstGeom prst="rect">
            <a:avLst/>
          </a:prstGeom>
          <a:noFill/>
          <a:scene3d>
            <a:camera prst="orthographicFront">
              <a:rot lat="0" lon="0" rev="246000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b="1" dirty="0" smtClean="0">
                <a:latin typeface="Aharoni" panose="02010803020104030203" pitchFamily="2" charset="-79"/>
                <a:cs typeface="Aharoni" panose="02010803020104030203" pitchFamily="2" charset="-79"/>
              </a:rPr>
              <a:t>F O R</a:t>
            </a:r>
            <a:r>
              <a:rPr lang="en-US" altLang="ko-KR" sz="2800" b="0" cap="none" spc="0" dirty="0" smtClean="0">
                <a:ln>
                  <a:noFill/>
                </a:ln>
                <a:solidFill>
                  <a:schemeClr val="tx1"/>
                </a:solidFill>
                <a:effectLst/>
                <a:latin typeface="Gill Sans Ultra Bold" panose="020B0A02020104020203" pitchFamily="34" charset="0"/>
                <a:cs typeface="Aharoni" panose="02010803020104030203" pitchFamily="2" charset="-79"/>
              </a:rPr>
              <a:t>  F A I R</a:t>
            </a:r>
            <a:endParaRPr lang="ko-KR" altLang="en-US" sz="2800" b="0" cap="none" spc="0" dirty="0">
              <a:ln>
                <a:noFill/>
              </a:ln>
              <a:solidFill>
                <a:schemeClr val="tx1"/>
              </a:solidFill>
              <a:effectLst/>
              <a:latin typeface="Gill Sans Ultra Bold" panose="020B0A02020104020203" pitchFamily="34" charset="0"/>
              <a:cs typeface="Aharoni" panose="02010803020104030203" pitchFamily="2" charset="-79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7717896" y="5657671"/>
            <a:ext cx="1440160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n-US" altLang="ko-KR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STEP</a:t>
            </a:r>
            <a:r>
              <a:rPr lang="en-US" altLang="ko-KR" b="1" cap="none" spc="50" baseline="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altLang="ko-KR" sz="7200" b="1" cap="none" spc="50" baseline="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2</a:t>
            </a:r>
            <a:endParaRPr lang="ko-KR" altLang="en-US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021C5-EA35-410C-A4D7-BE164B7BED19}" type="datetimeFigureOut">
              <a:rPr lang="ko-KR" altLang="en-US" smtClean="0"/>
              <a:t>2015-11-17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F3F25-C608-4766-9390-500B7721E3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7733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FCDC5A1-FCAC-42AE-B211-E9B5C4C8572C}" type="datetimeFigureOut">
              <a:rPr lang="ko-KR" altLang="en-US" smtClean="0"/>
              <a:t>2015-11-17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4A7A8FC-22EB-4579-8269-5CF0FB3D65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27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55576" y="692696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FCDC5A1-FCAC-42AE-B211-E9B5C4C8572C}" type="datetimeFigureOut">
              <a:rPr lang="ko-KR" altLang="en-US" smtClean="0"/>
              <a:t>2015-11-17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4A7A8FC-22EB-4579-8269-5CF0FB3D65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539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FCDC5A1-FCAC-42AE-B211-E9B5C4C8572C}" type="datetimeFigureOut">
              <a:rPr lang="ko-KR" altLang="en-US" smtClean="0"/>
              <a:t>2015-11-17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4A7A8FC-22EB-4579-8269-5CF0FB3D65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557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55576" y="692696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FCDC5A1-FCAC-42AE-B211-E9B5C4C8572C}" type="datetimeFigureOut">
              <a:rPr lang="ko-KR" altLang="en-US" smtClean="0"/>
              <a:t>2015-11-17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4A7A8FC-22EB-4579-8269-5CF0FB3D65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9316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55576" y="692696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FCDC5A1-FCAC-42AE-B211-E9B5C4C8572C}" type="datetimeFigureOut">
              <a:rPr lang="ko-KR" altLang="en-US" smtClean="0"/>
              <a:t>2015-11-17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4A7A8FC-22EB-4579-8269-5CF0FB3D65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66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55576" y="692696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FCDC5A1-FCAC-42AE-B211-E9B5C4C8572C}" type="datetimeFigureOut">
              <a:rPr lang="ko-KR" altLang="en-US" smtClean="0"/>
              <a:t>2015-11-17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4A7A8FC-22EB-4579-8269-5CF0FB3D65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13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FCDC5A1-FCAC-42AE-B211-E9B5C4C8572C}" type="datetimeFigureOut">
              <a:rPr lang="ko-KR" altLang="en-US" smtClean="0"/>
              <a:t>2015-11-17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4A7A8FC-22EB-4579-8269-5CF0FB3D65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3305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FCDC5A1-FCAC-42AE-B211-E9B5C4C8572C}" type="datetimeFigureOut">
              <a:rPr lang="ko-KR" altLang="en-US" smtClean="0"/>
              <a:t>2015-11-17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4A7A8FC-22EB-4579-8269-5CF0FB3D65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65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FCDC5A1-FCAC-42AE-B211-E9B5C4C8572C}" type="datetimeFigureOut">
              <a:rPr lang="ko-KR" altLang="en-US" smtClean="0"/>
              <a:t>2015-11-17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4A7A8FC-22EB-4579-8269-5CF0FB3D65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646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55576" y="692696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FCDC5A1-FCAC-42AE-B211-E9B5C4C8572C}" type="datetimeFigureOut">
              <a:rPr lang="ko-KR" altLang="en-US" smtClean="0"/>
              <a:t>2015-11-17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4A7A8FC-22EB-4579-8269-5CF0FB3D65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782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FCDC5A1-FCAC-42AE-B211-E9B5C4C8572C}" type="datetimeFigureOut">
              <a:rPr lang="ko-KR" altLang="en-US" smtClean="0"/>
              <a:t>2015-11-17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4A7A8FC-22EB-4579-8269-5CF0FB3D65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296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2CD021C5-EA35-410C-A4D7-BE164B7BED19}" type="datetimeFigureOut">
              <a:rPr lang="ko-KR" altLang="en-US" smtClean="0"/>
              <a:t>2015-11-17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49FF3F25-C608-4766-9390-500B7721E32E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85" r:id="rId2"/>
  </p:sldLayoutIdLst>
  <p:txStyles>
    <p:titleStyle>
      <a:lvl1pPr algn="l" defTabSz="914400" rtl="0" eaLnBrk="1" latinLnBrk="1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1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ndtuser3\Desktop\down\프레젠테이션1.jpg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" y="6505575"/>
            <a:ext cx="9144000" cy="35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:\Users\ndtuser3\Downloads\잡다 자료\NDT LOGO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6632"/>
            <a:ext cx="2053850" cy="429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5990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5" Type="http://schemas.microsoft.com/office/2007/relationships/hdphoto" Target="../media/hdphoto3.wdp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9849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27584" y="1196752"/>
            <a:ext cx="77768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ko-KR" altLang="en-US" dirty="0" smtClean="0"/>
              <a:t>목적</a:t>
            </a:r>
            <a:endParaRPr lang="en-US" altLang="ko-KR" dirty="0" smtClean="0"/>
          </a:p>
          <a:p>
            <a:pPr marL="342900" indent="-342900">
              <a:buFontTx/>
              <a:buAutoNum type="arabicPeriod"/>
            </a:pP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Step </a:t>
            </a:r>
            <a:r>
              <a:rPr lang="en-US" altLang="ko-KR" dirty="0"/>
              <a:t>1</a:t>
            </a:r>
            <a:r>
              <a:rPr lang="ko-KR" altLang="en-US" dirty="0"/>
              <a:t>의 </a:t>
            </a:r>
            <a:r>
              <a:rPr lang="en-US" altLang="ko-KR" dirty="0"/>
              <a:t>ERP</a:t>
            </a:r>
            <a:r>
              <a:rPr lang="ko-KR" altLang="en-US" dirty="0"/>
              <a:t>로 부터 </a:t>
            </a:r>
            <a:r>
              <a:rPr lang="en-US" altLang="ko-KR" dirty="0"/>
              <a:t>Download </a:t>
            </a:r>
            <a:r>
              <a:rPr lang="ko-KR" altLang="en-US" dirty="0"/>
              <a:t>된 </a:t>
            </a:r>
            <a:r>
              <a:rPr lang="en-US" altLang="ko-KR" dirty="0"/>
              <a:t>QPI </a:t>
            </a:r>
            <a:r>
              <a:rPr lang="ko-KR" altLang="en-US" dirty="0"/>
              <a:t>파일로 </a:t>
            </a:r>
            <a:r>
              <a:rPr lang="en-US" altLang="ko-KR" dirty="0" err="1" smtClean="0"/>
              <a:t>FAIRPlan-Request_Master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File</a:t>
            </a:r>
            <a:r>
              <a:rPr lang="ko-KR" altLang="en-US" dirty="0"/>
              <a:t>의 생성</a:t>
            </a:r>
            <a:r>
              <a:rPr lang="en-US" altLang="ko-KR" dirty="0"/>
              <a:t>,</a:t>
            </a:r>
            <a:r>
              <a:rPr lang="ko-KR" altLang="en-US" dirty="0"/>
              <a:t>정리 방법을 기술한다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  <a:p>
            <a:pPr marL="342900" indent="-342900">
              <a:buAutoNum type="arabicPeriod"/>
            </a:pPr>
            <a:endParaRPr lang="en-US" altLang="ko-KR" dirty="0" smtClean="0"/>
          </a:p>
          <a:p>
            <a:pPr marL="342900" indent="-342900">
              <a:buAutoNum type="arabicPeriod" startAt="2"/>
            </a:pPr>
            <a:r>
              <a:rPr lang="ko-KR" altLang="en-US" dirty="0" smtClean="0"/>
              <a:t>준비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    </a:t>
            </a:r>
            <a:r>
              <a:rPr lang="en-US" altLang="ko-KR" dirty="0" smtClean="0">
                <a:latin typeface="맑은 고딕"/>
                <a:ea typeface="맑은 고딕"/>
              </a:rPr>
              <a:t>• </a:t>
            </a:r>
            <a:r>
              <a:rPr lang="en-US" altLang="ko-KR" dirty="0" smtClean="0"/>
              <a:t>QPI File (PDF)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en-US" altLang="ko-KR" dirty="0" smtClean="0">
                <a:latin typeface="맑은 고딕"/>
              </a:rPr>
              <a:t>• </a:t>
            </a:r>
            <a:r>
              <a:rPr lang="en-US" altLang="ko-KR" dirty="0" smtClean="0"/>
              <a:t>AS9102Form.exe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</a:t>
            </a:r>
            <a:r>
              <a:rPr lang="en-US" altLang="ko-KR" dirty="0" smtClean="0">
                <a:latin typeface="맑은 고딕"/>
              </a:rPr>
              <a:t>• </a:t>
            </a:r>
            <a:r>
              <a:rPr lang="en-US" altLang="ko-KR" dirty="0" smtClean="0"/>
              <a:t>FAIRPlan-Request_Master-B.xls</a:t>
            </a:r>
          </a:p>
          <a:p>
            <a:endParaRPr lang="ko-KR" altLang="en-US" dirty="0"/>
          </a:p>
        </p:txBody>
      </p:sp>
      <p:pic>
        <p:nvPicPr>
          <p:cNvPr id="5" name="Picture 2" descr="C:\Users\ndtuser3\Downloads\잡다 자료\NDT 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6632"/>
            <a:ext cx="2053850" cy="429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3937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ndtuser3\Desktop\FAIR Guide Step 2\1.PN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862590"/>
            <a:ext cx="6881354" cy="533058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타원 3"/>
          <p:cNvSpPr/>
          <p:nvPr/>
        </p:nvSpPr>
        <p:spPr>
          <a:xfrm>
            <a:off x="496958" y="807834"/>
            <a:ext cx="1500006" cy="2945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059832" y="3454261"/>
            <a:ext cx="4968552" cy="95410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맑은 고딕"/>
                <a:ea typeface="맑은 고딕"/>
              </a:rPr>
              <a:t>•</a:t>
            </a:r>
            <a:r>
              <a:rPr lang="en-US" altLang="ko-KR" sz="1400" dirty="0" smtClean="0"/>
              <a:t> </a:t>
            </a:r>
            <a:r>
              <a:rPr lang="en-US" altLang="ko-KR" sz="1400" dirty="0" smtClean="0"/>
              <a:t>QPI, AS9102Form.exe &amp; FAIRPlan-Request_Master-B.xls </a:t>
            </a:r>
            <a:r>
              <a:rPr lang="ko-KR" altLang="en-US" sz="1400" dirty="0" smtClean="0"/>
              <a:t>파일들을 한 폴더에 정리</a:t>
            </a:r>
            <a:r>
              <a:rPr lang="en-US" altLang="ko-KR" sz="1400" dirty="0" smtClean="0"/>
              <a:t>.</a:t>
            </a:r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• </a:t>
            </a:r>
            <a:r>
              <a:rPr lang="ko-KR" altLang="en-US" sz="1400" dirty="0" smtClean="0"/>
              <a:t>폴더 이름을 </a:t>
            </a:r>
            <a:r>
              <a:rPr lang="en-US" altLang="ko-KR" sz="1400" dirty="0" smtClean="0"/>
              <a:t>QPI</a:t>
            </a:r>
            <a:r>
              <a:rPr lang="ko-KR" altLang="en-US" sz="1400" dirty="0" smtClean="0"/>
              <a:t>와 같이 변경</a:t>
            </a:r>
            <a:r>
              <a:rPr lang="en-US" altLang="ko-KR" sz="1400" dirty="0" smtClean="0"/>
              <a:t>.(</a:t>
            </a:r>
            <a:r>
              <a:rPr lang="ko-KR" altLang="en-US" sz="1400" dirty="0" smtClean="0"/>
              <a:t>이 후 검색</a:t>
            </a:r>
            <a:r>
              <a:rPr lang="en-US" altLang="ko-KR" sz="1400" dirty="0" smtClean="0"/>
              <a:t>/</a:t>
            </a:r>
            <a:r>
              <a:rPr lang="ko-KR" altLang="en-US" sz="1400" dirty="0" smtClean="0"/>
              <a:t>관리가 편함</a:t>
            </a:r>
            <a:r>
              <a:rPr lang="en-US" altLang="ko-KR" sz="1400" dirty="0" smtClean="0"/>
              <a:t>)</a:t>
            </a:r>
          </a:p>
        </p:txBody>
      </p:sp>
      <p:sp>
        <p:nvSpPr>
          <p:cNvPr id="6" name="타원 5"/>
          <p:cNvSpPr/>
          <p:nvPr/>
        </p:nvSpPr>
        <p:spPr>
          <a:xfrm>
            <a:off x="2682540" y="1433028"/>
            <a:ext cx="1800200" cy="12961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205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ndtuser3\Desktop\FAIR Guide Step 2\2.pn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99185"/>
            <a:ext cx="3719195" cy="451013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ndtuser3\Desktop\FAIR Guide Step 2\3.png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816958"/>
            <a:ext cx="3728082" cy="449236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25609" y="1052736"/>
            <a:ext cx="4968552" cy="523220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맑은 고딕"/>
                <a:ea typeface="맑은 고딕"/>
              </a:rPr>
              <a:t>•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QPI </a:t>
            </a:r>
            <a:r>
              <a:rPr lang="ko-KR" altLang="en-US" sz="1400" dirty="0" smtClean="0"/>
              <a:t>파일 </a:t>
            </a:r>
            <a:r>
              <a:rPr lang="en-US" altLang="ko-KR" sz="1400" dirty="0" smtClean="0"/>
              <a:t>Open</a:t>
            </a:r>
            <a:r>
              <a:rPr lang="en-US" altLang="ko-KR" sz="1400" dirty="0" smtClean="0"/>
              <a:t>.</a:t>
            </a:r>
            <a:endParaRPr lang="en-US" altLang="ko-KR" sz="1400" dirty="0" smtClean="0"/>
          </a:p>
          <a:p>
            <a:r>
              <a:rPr lang="en-US" altLang="ko-KR" sz="1400" dirty="0" smtClean="0"/>
              <a:t>• </a:t>
            </a:r>
            <a:r>
              <a:rPr lang="ko-KR" altLang="en-US" sz="1400" dirty="0"/>
              <a:t>편</a:t>
            </a:r>
            <a:r>
              <a:rPr lang="ko-KR" altLang="en-US" sz="1400" dirty="0" smtClean="0"/>
              <a:t>집 </a:t>
            </a:r>
            <a:r>
              <a:rPr lang="en-US" altLang="ko-KR" sz="1400" dirty="0" smtClean="0"/>
              <a:t>– </a:t>
            </a:r>
            <a:r>
              <a:rPr lang="ko-KR" altLang="en-US" sz="1400" dirty="0" smtClean="0"/>
              <a:t>페이지 표시</a:t>
            </a:r>
            <a:r>
              <a:rPr lang="en-US" altLang="ko-KR" sz="1400" dirty="0"/>
              <a:t> </a:t>
            </a:r>
            <a:r>
              <a:rPr lang="en-US" altLang="ko-KR" sz="1400" dirty="0" smtClean="0"/>
              <a:t>– </a:t>
            </a:r>
            <a:r>
              <a:rPr lang="ko-KR" altLang="en-US" sz="1400" dirty="0" smtClean="0"/>
              <a:t>스크롤 사용 </a:t>
            </a:r>
            <a:r>
              <a:rPr lang="en-US" altLang="ko-KR" sz="1400" dirty="0" smtClean="0"/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12494" y="575145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3. QPI </a:t>
            </a:r>
            <a:r>
              <a:rPr lang="ko-KR" altLang="en-US" dirty="0" smtClean="0"/>
              <a:t>파일 내용을 </a:t>
            </a:r>
            <a:r>
              <a:rPr lang="en-US" altLang="ko-KR" dirty="0" err="1" smtClean="0"/>
              <a:t>Taxt</a:t>
            </a:r>
            <a:r>
              <a:rPr lang="en-US" altLang="ko-KR" dirty="0" smtClean="0"/>
              <a:t>(</a:t>
            </a:r>
            <a:r>
              <a:rPr lang="ko-KR" altLang="en-US" dirty="0" smtClean="0"/>
              <a:t>메모장</a:t>
            </a:r>
            <a:r>
              <a:rPr lang="en-US" altLang="ko-KR" dirty="0" smtClean="0"/>
              <a:t>)</a:t>
            </a:r>
            <a:r>
              <a:rPr lang="ko-KR" altLang="en-US" dirty="0" smtClean="0"/>
              <a:t>으로 옮김</a:t>
            </a:r>
            <a:endParaRPr lang="ko-KR" altLang="en-US" dirty="0"/>
          </a:p>
        </p:txBody>
      </p:sp>
      <p:sp>
        <p:nvSpPr>
          <p:cNvPr id="3" name="오른쪽 화살표 2"/>
          <p:cNvSpPr/>
          <p:nvPr/>
        </p:nvSpPr>
        <p:spPr>
          <a:xfrm>
            <a:off x="3982844" y="3501008"/>
            <a:ext cx="1178313" cy="958924"/>
          </a:xfrm>
          <a:prstGeom prst="rightArrow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777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ndtuser3\Desktop\FAIR Guide Step 2\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29" y="836712"/>
            <a:ext cx="2804302" cy="338853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ndtuser3\Desktop\FAIR Guide Step 2\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265" y="2924944"/>
            <a:ext cx="2314845" cy="279768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:\Users\ndtuser3\Desktop\FAIR Guide Step 2\6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4769" y="332656"/>
            <a:ext cx="3431176" cy="27474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:\Users\ndtuser3\Desktop\FAIR Guide Step 2\7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140968"/>
            <a:ext cx="4267891" cy="331476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07504" y="2223201"/>
            <a:ext cx="2088232" cy="30777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/>
                <a:ea typeface="맑은 고딕"/>
              </a:rPr>
              <a:t>①</a:t>
            </a:r>
            <a:r>
              <a:rPr lang="en-US" altLang="ko-KR" sz="1400" dirty="0" smtClean="0">
                <a:latin typeface="맑은 고딕"/>
                <a:ea typeface="맑은 고딕"/>
              </a:rPr>
              <a:t> Ctrl + A</a:t>
            </a:r>
            <a:r>
              <a:rPr lang="ko-KR" altLang="en-US" sz="1400" dirty="0" smtClean="0">
                <a:latin typeface="맑은 고딕"/>
                <a:ea typeface="맑은 고딕"/>
              </a:rPr>
              <a:t>로 전체 복사</a:t>
            </a:r>
            <a:endParaRPr lang="en-US" altLang="ko-KR" sz="14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475656" y="4644461"/>
            <a:ext cx="2016224" cy="523220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/>
                <a:ea typeface="맑은 고딕"/>
              </a:rPr>
              <a:t>②</a:t>
            </a:r>
            <a:r>
              <a:rPr lang="en-US" altLang="ko-KR" sz="1400" dirty="0" smtClean="0">
                <a:latin typeface="맑은 고딕"/>
                <a:ea typeface="맑은 고딕"/>
              </a:rPr>
              <a:t> </a:t>
            </a:r>
            <a:r>
              <a:rPr lang="ko-KR" altLang="en-US" sz="1400" dirty="0" smtClean="0">
                <a:latin typeface="맑은 고딕"/>
                <a:ea typeface="맑은 고딕"/>
              </a:rPr>
              <a:t>메모장에 복사이동</a:t>
            </a:r>
            <a:endParaRPr lang="en-US" altLang="ko-KR" sz="1400" dirty="0" smtClean="0">
              <a:latin typeface="맑은 고딕"/>
              <a:ea typeface="맑은 고딕"/>
            </a:endParaRPr>
          </a:p>
          <a:p>
            <a:r>
              <a:rPr lang="en-US" altLang="ko-KR" sz="1400" dirty="0">
                <a:latin typeface="맑은 고딕"/>
                <a:ea typeface="맑은 고딕"/>
              </a:rPr>
              <a:t> </a:t>
            </a:r>
            <a:r>
              <a:rPr lang="en-US" altLang="ko-KR" sz="1400" dirty="0" smtClean="0">
                <a:latin typeface="맑은 고딕"/>
                <a:ea typeface="맑은 고딕"/>
              </a:rPr>
              <a:t>  Ctrl + V</a:t>
            </a:r>
            <a:endParaRPr lang="en-US" altLang="ko-KR" sz="1400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1809864" y="2934050"/>
            <a:ext cx="236501" cy="1551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꺾인 연결선 3"/>
          <p:cNvCxnSpPr>
            <a:endCxn id="8" idx="1"/>
          </p:cNvCxnSpPr>
          <p:nvPr/>
        </p:nvCxnSpPr>
        <p:spPr>
          <a:xfrm rot="16200000" flipH="1">
            <a:off x="-107936" y="3322479"/>
            <a:ext cx="2375094" cy="792090"/>
          </a:xfrm>
          <a:prstGeom prst="bentConnector2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/>
          <p:cNvCxnSpPr/>
          <p:nvPr/>
        </p:nvCxnSpPr>
        <p:spPr>
          <a:xfrm flipV="1">
            <a:off x="1928114" y="3089212"/>
            <a:ext cx="0" cy="1555249"/>
          </a:xfrm>
          <a:prstGeom prst="straightConnector1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627784" y="1552492"/>
            <a:ext cx="2160240" cy="523220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/>
                <a:ea typeface="맑은 고딕"/>
              </a:rPr>
              <a:t>③</a:t>
            </a:r>
            <a:r>
              <a:rPr lang="en-US" altLang="ko-KR" sz="1400" dirty="0" smtClean="0">
                <a:latin typeface="맑은 고딕"/>
                <a:ea typeface="맑은 고딕"/>
              </a:rPr>
              <a:t> </a:t>
            </a:r>
            <a:r>
              <a:rPr lang="ko-KR" altLang="en-US" sz="1400" dirty="0" smtClean="0">
                <a:latin typeface="맑은 고딕"/>
                <a:ea typeface="맑은 고딕"/>
              </a:rPr>
              <a:t>메모장의 </a:t>
            </a:r>
            <a:r>
              <a:rPr lang="en-US" altLang="ko-KR" sz="1400" dirty="0" smtClean="0">
                <a:latin typeface="맑은 고딕"/>
                <a:ea typeface="맑은 고딕"/>
              </a:rPr>
              <a:t>[</a:t>
            </a:r>
            <a:r>
              <a:rPr lang="ko-KR" altLang="en-US" sz="1400" dirty="0" smtClean="0">
                <a:latin typeface="맑은 고딕"/>
                <a:ea typeface="맑은 고딕"/>
              </a:rPr>
              <a:t>파일</a:t>
            </a:r>
            <a:r>
              <a:rPr lang="en-US" altLang="ko-KR" sz="1400" dirty="0" smtClean="0">
                <a:latin typeface="맑은 고딕"/>
                <a:ea typeface="맑은 고딕"/>
              </a:rPr>
              <a:t>–</a:t>
            </a:r>
            <a:r>
              <a:rPr lang="ko-KR" altLang="en-US" sz="1400" dirty="0" err="1" smtClean="0">
                <a:latin typeface="맑은 고딕"/>
                <a:ea typeface="맑은 고딕"/>
              </a:rPr>
              <a:t>다른이름</a:t>
            </a:r>
            <a:r>
              <a:rPr lang="en-US" altLang="ko-KR" sz="1400" dirty="0" smtClean="0">
                <a:latin typeface="맑은 고딕"/>
                <a:ea typeface="맑은 고딕"/>
              </a:rPr>
              <a:t>]</a:t>
            </a:r>
            <a:r>
              <a:rPr lang="ko-KR" altLang="en-US" sz="1400" dirty="0" smtClean="0">
                <a:latin typeface="맑은 고딕"/>
                <a:ea typeface="맑은 고딕"/>
              </a:rPr>
              <a:t>으로 저장</a:t>
            </a:r>
            <a:r>
              <a:rPr lang="en-US" altLang="ko-KR" sz="1400" dirty="0" smtClean="0">
                <a:latin typeface="맑은 고딕"/>
                <a:ea typeface="맑은 고딕"/>
              </a:rP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08103" y="1552492"/>
            <a:ext cx="2664297" cy="523220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맑은 고딕"/>
                <a:ea typeface="맑은 고딕"/>
              </a:rPr>
              <a:t>④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 이름을 </a:t>
            </a:r>
            <a:r>
              <a:rPr lang="en-US" altLang="ko-KR" sz="1400" dirty="0"/>
              <a:t>QPI </a:t>
            </a:r>
            <a:r>
              <a:rPr lang="ko-KR" altLang="en-US" sz="1400" dirty="0" smtClean="0"/>
              <a:t>파일 이름과 </a:t>
            </a:r>
            <a:r>
              <a:rPr lang="ko-KR" altLang="en-US" sz="1400" dirty="0"/>
              <a:t>동일하게 적용</a:t>
            </a:r>
            <a:endParaRPr lang="en-US" altLang="ko-KR" sz="1400" dirty="0"/>
          </a:p>
        </p:txBody>
      </p:sp>
      <p:cxnSp>
        <p:nvCxnSpPr>
          <p:cNvPr id="10" name="꺾인 연결선 9"/>
          <p:cNvCxnSpPr>
            <a:stCxn id="2" idx="3"/>
          </p:cNvCxnSpPr>
          <p:nvPr/>
        </p:nvCxnSpPr>
        <p:spPr>
          <a:xfrm flipV="1">
            <a:off x="2046365" y="2063019"/>
            <a:ext cx="1167652" cy="948612"/>
          </a:xfrm>
          <a:prstGeom prst="bentConnector3">
            <a:avLst>
              <a:gd name="adj1" fmla="val 100237"/>
            </a:avLst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3933638" y="2308134"/>
            <a:ext cx="926394" cy="1551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5653971" y="4536740"/>
            <a:ext cx="2664297" cy="30777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맑은 고딕"/>
                <a:ea typeface="맑은 고딕"/>
              </a:rPr>
              <a:t>⑤</a:t>
            </a:r>
            <a:r>
              <a:rPr lang="en-US" altLang="ko-KR" sz="1400" dirty="0" smtClean="0"/>
              <a:t> QPI</a:t>
            </a:r>
            <a:r>
              <a:rPr lang="ko-KR" altLang="en-US" sz="1400" dirty="0" smtClean="0"/>
              <a:t>와 같은 폴더 안에 저장</a:t>
            </a:r>
            <a:endParaRPr lang="en-US" altLang="ko-KR" sz="1400" dirty="0"/>
          </a:p>
        </p:txBody>
      </p:sp>
      <p:cxnSp>
        <p:nvCxnSpPr>
          <p:cNvPr id="13" name="직선 화살표 연결선 12"/>
          <p:cNvCxnSpPr/>
          <p:nvPr/>
        </p:nvCxnSpPr>
        <p:spPr>
          <a:xfrm>
            <a:off x="4283968" y="2075712"/>
            <a:ext cx="0" cy="232422"/>
          </a:xfrm>
          <a:prstGeom prst="straightConnector1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꺾인 연결선 16"/>
          <p:cNvCxnSpPr>
            <a:stCxn id="18" idx="3"/>
            <a:endCxn id="15" idx="1"/>
          </p:cNvCxnSpPr>
          <p:nvPr/>
        </p:nvCxnSpPr>
        <p:spPr>
          <a:xfrm flipV="1">
            <a:off x="4860032" y="1814102"/>
            <a:ext cx="648071" cy="571613"/>
          </a:xfrm>
          <a:prstGeom prst="bentConnector3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>
            <a:off x="7668344" y="2075712"/>
            <a:ext cx="0" cy="2461028"/>
          </a:xfrm>
          <a:prstGeom prst="straightConnector1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969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494" y="575145"/>
            <a:ext cx="5859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4. AS9102Form.exe</a:t>
            </a:r>
            <a:r>
              <a:rPr lang="ko-KR" altLang="en-US" dirty="0" smtClean="0"/>
              <a:t>를 사용 </a:t>
            </a:r>
            <a:r>
              <a:rPr lang="en-US" altLang="ko-KR" dirty="0" err="1"/>
              <a:t>Taxt</a:t>
            </a:r>
            <a:r>
              <a:rPr lang="en-US" altLang="ko-KR" dirty="0"/>
              <a:t> </a:t>
            </a:r>
            <a:r>
              <a:rPr lang="ko-KR" altLang="en-US" dirty="0"/>
              <a:t>파일을 </a:t>
            </a:r>
            <a:r>
              <a:rPr lang="en-US" altLang="ko-KR" dirty="0" err="1"/>
              <a:t>rpt</a:t>
            </a:r>
            <a:r>
              <a:rPr lang="en-US" altLang="ko-KR" dirty="0"/>
              <a:t> </a:t>
            </a:r>
            <a:r>
              <a:rPr lang="ko-KR" altLang="en-US" dirty="0"/>
              <a:t>파일로 변환 </a:t>
            </a:r>
          </a:p>
        </p:txBody>
      </p:sp>
      <p:pic>
        <p:nvPicPr>
          <p:cNvPr id="4098" name="Picture 2" descr="C:\Users\ndtuser3\Desktop\FAIR Guide Step 2\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96752"/>
            <a:ext cx="2460339" cy="217053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ndtuser3\Desktop\FAIR Guide Step 2\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1051860"/>
            <a:ext cx="4122014" cy="528133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ndtuser3\Desktop\FAIR Guide Step 2\10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725144"/>
            <a:ext cx="3636688" cy="17110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5046" y="2530978"/>
            <a:ext cx="2234706" cy="30777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>
                <a:latin typeface="맑은 고딕"/>
                <a:ea typeface="맑은 고딕"/>
              </a:rPr>
              <a:t>①</a:t>
            </a:r>
            <a:r>
              <a:rPr lang="en-US" altLang="ko-KR" sz="1400" smtClean="0">
                <a:latin typeface="맑은 고딕"/>
                <a:ea typeface="맑은 고딕"/>
              </a:rPr>
              <a:t> </a:t>
            </a:r>
            <a:r>
              <a:rPr lang="en-US" altLang="ko-KR" sz="1400" smtClean="0">
                <a:latin typeface="맑은 고딕"/>
                <a:ea typeface="맑은 고딕"/>
              </a:rPr>
              <a:t>AS9102Form.exe </a:t>
            </a:r>
            <a:r>
              <a:rPr lang="ko-KR" altLang="en-US" sz="1400" dirty="0" smtClean="0">
                <a:latin typeface="맑은 고딕"/>
                <a:ea typeface="맑은 고딕"/>
              </a:rPr>
              <a:t>실행</a:t>
            </a:r>
            <a:endParaRPr lang="en-US" altLang="ko-KR" sz="1400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1907704" y="3501008"/>
            <a:ext cx="2592288" cy="95410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/>
                <a:ea typeface="맑은 고딕"/>
              </a:rPr>
              <a:t>②</a:t>
            </a:r>
            <a:r>
              <a:rPr lang="en-US" altLang="ko-KR" sz="1400" dirty="0" smtClean="0">
                <a:latin typeface="맑은 고딕"/>
                <a:ea typeface="맑은 고딕"/>
              </a:rPr>
              <a:t> </a:t>
            </a:r>
            <a:r>
              <a:rPr lang="ko-KR" altLang="en-US" sz="1400" dirty="0" smtClean="0">
                <a:latin typeface="맑은 고딕"/>
                <a:ea typeface="맑은 고딕"/>
              </a:rPr>
              <a:t>변환할 </a:t>
            </a:r>
            <a:r>
              <a:rPr lang="en-US" altLang="ko-KR" sz="1400" dirty="0" smtClean="0">
                <a:latin typeface="맑은 고딕"/>
                <a:ea typeface="맑은 고딕"/>
              </a:rPr>
              <a:t>txt </a:t>
            </a:r>
            <a:r>
              <a:rPr lang="ko-KR" altLang="en-US" sz="1400" dirty="0" smtClean="0">
                <a:latin typeface="맑은 고딕"/>
                <a:ea typeface="맑은 고딕"/>
              </a:rPr>
              <a:t>파일 지정</a:t>
            </a:r>
            <a:endParaRPr lang="en-US" altLang="ko-KR" sz="1400" dirty="0" smtClean="0">
              <a:latin typeface="맑은 고딕"/>
              <a:ea typeface="맑은 고딕"/>
            </a:endParaRP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**** </a:t>
            </a:r>
            <a:r>
              <a:rPr lang="ko-KR" altLang="en-US" sz="1400" dirty="0" smtClean="0"/>
              <a:t>다수의 </a:t>
            </a:r>
            <a:r>
              <a:rPr lang="en-US" altLang="ko-KR" sz="1400" dirty="0" smtClean="0"/>
              <a:t>QPI txt </a:t>
            </a:r>
            <a:r>
              <a:rPr lang="ko-KR" altLang="en-US" sz="1400" dirty="0" smtClean="0"/>
              <a:t>파일을 변환 시 필히 폴더와 파일이름 확인</a:t>
            </a:r>
            <a:r>
              <a:rPr lang="en-US" altLang="ko-KR" sz="1400" dirty="0" smtClean="0"/>
              <a:t>. ****</a:t>
            </a:r>
            <a:endParaRPr lang="en-US" altLang="ko-KR" sz="1400" dirty="0">
              <a:latin typeface="맑은 고딕"/>
              <a:ea typeface="맑은 고딕"/>
            </a:endParaRPr>
          </a:p>
        </p:txBody>
      </p:sp>
      <p:sp>
        <p:nvSpPr>
          <p:cNvPr id="3" name="타원 2"/>
          <p:cNvSpPr/>
          <p:nvPr/>
        </p:nvSpPr>
        <p:spPr>
          <a:xfrm>
            <a:off x="6960888" y="1314890"/>
            <a:ext cx="269888" cy="21602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6960888" y="1652936"/>
            <a:ext cx="269888" cy="21602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ko-KR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6960888" y="1997466"/>
            <a:ext cx="269888" cy="21602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ko-KR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6960888" y="2349458"/>
            <a:ext cx="269888" cy="21602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ko-KR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6960888" y="4033942"/>
            <a:ext cx="269888" cy="216024"/>
          </a:xfrm>
          <a:prstGeom prst="ellips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ko-KR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76256" y="682867"/>
            <a:ext cx="2160240" cy="307777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/>
                <a:ea typeface="맑은 고딕"/>
              </a:rPr>
              <a:t>③</a:t>
            </a:r>
            <a:r>
              <a:rPr lang="en-US" altLang="ko-KR" sz="1400" dirty="0" smtClean="0">
                <a:latin typeface="맑은 고딕"/>
                <a:ea typeface="맑은 고딕"/>
              </a:rPr>
              <a:t> </a:t>
            </a:r>
            <a:r>
              <a:rPr lang="ko-KR" altLang="en-US" sz="1400" dirty="0" smtClean="0">
                <a:latin typeface="맑은 고딕"/>
                <a:ea typeface="맑은 고딕"/>
              </a:rPr>
              <a:t>순서대로 클릭 </a:t>
            </a:r>
            <a:r>
              <a:rPr lang="en-US" altLang="ko-KR" sz="1400" dirty="0" smtClean="0">
                <a:latin typeface="맑은 고딕"/>
                <a:ea typeface="맑은 고딕"/>
              </a:rPr>
              <a:t>- </a:t>
            </a:r>
            <a:r>
              <a:rPr lang="ko-KR" altLang="en-US" sz="1400" dirty="0" smtClean="0">
                <a:latin typeface="맑은 고딕"/>
                <a:ea typeface="맑은 고딕"/>
              </a:rPr>
              <a:t>확인</a:t>
            </a:r>
            <a:endParaRPr lang="en-US" altLang="ko-KR" sz="1400" dirty="0" smtClean="0">
              <a:latin typeface="맑은 고딕"/>
              <a:ea typeface="맑은 고딕"/>
            </a:endParaRPr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7668344" y="990644"/>
            <a:ext cx="0" cy="3734500"/>
          </a:xfrm>
          <a:prstGeom prst="straightConnector1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>
            <a:stCxn id="3" idx="6"/>
          </p:cNvCxnSpPr>
          <p:nvPr/>
        </p:nvCxnSpPr>
        <p:spPr>
          <a:xfrm>
            <a:off x="7230776" y="1422902"/>
            <a:ext cx="43756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>
            <a:stCxn id="9" idx="6"/>
          </p:cNvCxnSpPr>
          <p:nvPr/>
        </p:nvCxnSpPr>
        <p:spPr>
          <a:xfrm>
            <a:off x="7230776" y="1760948"/>
            <a:ext cx="43756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stCxn id="10" idx="6"/>
          </p:cNvCxnSpPr>
          <p:nvPr/>
        </p:nvCxnSpPr>
        <p:spPr>
          <a:xfrm>
            <a:off x="7230776" y="2105478"/>
            <a:ext cx="43756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>
            <a:stCxn id="11" idx="6"/>
          </p:cNvCxnSpPr>
          <p:nvPr/>
        </p:nvCxnSpPr>
        <p:spPr>
          <a:xfrm>
            <a:off x="7230776" y="2457470"/>
            <a:ext cx="43756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>
            <a:endCxn id="29" idx="1"/>
          </p:cNvCxnSpPr>
          <p:nvPr/>
        </p:nvCxnSpPr>
        <p:spPr>
          <a:xfrm flipV="1">
            <a:off x="1465677" y="5580644"/>
            <a:ext cx="442027" cy="1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907704" y="5211312"/>
            <a:ext cx="2664297" cy="738664"/>
          </a:xfrm>
          <a:prstGeom prst="rect">
            <a:avLst/>
          </a:prstGeom>
          <a:solidFill>
            <a:srgbClr val="FFFF99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맑은 고딕"/>
                <a:ea typeface="맑은 고딕"/>
              </a:rPr>
              <a:t>④</a:t>
            </a:r>
            <a:r>
              <a:rPr lang="en-US" altLang="ko-KR" sz="1400" dirty="0" smtClean="0"/>
              <a:t> </a:t>
            </a:r>
            <a:r>
              <a:rPr lang="en-US" altLang="ko-KR" sz="1400" dirty="0" err="1" smtClean="0"/>
              <a:t>rpt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파일은 상위 폴더에 생성됨</a:t>
            </a:r>
            <a:r>
              <a:rPr lang="en-US" altLang="ko-KR" sz="1400" dirty="0" smtClean="0"/>
              <a:t>. (</a:t>
            </a:r>
            <a:r>
              <a:rPr lang="ko-KR" altLang="en-US" sz="1400" dirty="0" smtClean="0"/>
              <a:t>생성된 파일을 동일 폴더로 이동시킴</a:t>
            </a:r>
            <a:r>
              <a:rPr lang="en-US" altLang="ko-KR" sz="1400" dirty="0" smtClean="0"/>
              <a:t>)</a:t>
            </a:r>
            <a:endParaRPr lang="en-US" altLang="ko-KR" sz="1400" dirty="0"/>
          </a:p>
        </p:txBody>
      </p:sp>
      <p:pic>
        <p:nvPicPr>
          <p:cNvPr id="4101" name="Picture 5" descr="C:\Users\ndtuser3\Desktop\FAIR Guide Step 2\11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327" y="4249966"/>
            <a:ext cx="89535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2" name="직선 화살표 연결선 31"/>
          <p:cNvCxnSpPr/>
          <p:nvPr/>
        </p:nvCxnSpPr>
        <p:spPr>
          <a:xfrm flipV="1">
            <a:off x="7095832" y="4249966"/>
            <a:ext cx="0" cy="475179"/>
          </a:xfrm>
          <a:prstGeom prst="straightConnector1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꺾인 연결선 34"/>
          <p:cNvCxnSpPr>
            <a:endCxn id="7" idx="1"/>
          </p:cNvCxnSpPr>
          <p:nvPr/>
        </p:nvCxnSpPr>
        <p:spPr>
          <a:xfrm rot="16200000" flipH="1">
            <a:off x="924004" y="2994361"/>
            <a:ext cx="1139307" cy="828094"/>
          </a:xfrm>
          <a:prstGeom prst="bentConnector2">
            <a:avLst/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37"/>
          <p:cNvCxnSpPr/>
          <p:nvPr/>
        </p:nvCxnSpPr>
        <p:spPr>
          <a:xfrm rot="10800000" flipV="1">
            <a:off x="4572002" y="4141954"/>
            <a:ext cx="1800199" cy="1438690"/>
          </a:xfrm>
          <a:prstGeom prst="bentConnector3">
            <a:avLst>
              <a:gd name="adj1" fmla="val 76835"/>
            </a:avLst>
          </a:prstGeom>
          <a:ln w="25400">
            <a:solidFill>
              <a:srgbClr val="FF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0108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494" y="575145"/>
            <a:ext cx="607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5. </a:t>
            </a:r>
            <a:r>
              <a:rPr lang="en-US" altLang="ko-KR" dirty="0" smtClean="0"/>
              <a:t>FAIRPlan-Request_Master-B.xls</a:t>
            </a:r>
            <a:r>
              <a:rPr lang="ko-KR" altLang="en-US" dirty="0" smtClean="0"/>
              <a:t>에 </a:t>
            </a:r>
            <a:r>
              <a:rPr lang="en-US" altLang="ko-KR" dirty="0" err="1" smtClean="0"/>
              <a:t>rpt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 데이터 입력 </a:t>
            </a:r>
            <a:endParaRPr lang="ko-KR" altLang="en-US" dirty="0"/>
          </a:p>
        </p:txBody>
      </p:sp>
      <p:pic>
        <p:nvPicPr>
          <p:cNvPr id="5122" name="Picture 2" descr="C:\Users\ndtuser3\Desktop\FAIR Guide Step 2\1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725" y="2492896"/>
            <a:ext cx="2706374" cy="2381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70355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각">
  <a:themeElements>
    <a:clrScheme name="각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각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각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</TotalTime>
  <Words>188</Words>
  <Application>Microsoft Office PowerPoint</Application>
  <PresentationFormat>화면 슬라이드 쇼(4:3)</PresentationFormat>
  <Paragraphs>34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7</vt:i4>
      </vt:variant>
    </vt:vector>
  </HeadingPairs>
  <TitlesOfParts>
    <vt:vector size="9" baseType="lpstr">
      <vt:lpstr>각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787품질 전종민</dc:creator>
  <cp:lastModifiedBy>787품질 전종민</cp:lastModifiedBy>
  <cp:revision>17</cp:revision>
  <dcterms:created xsi:type="dcterms:W3CDTF">2015-11-16T09:50:58Z</dcterms:created>
  <dcterms:modified xsi:type="dcterms:W3CDTF">2015-11-17T02:08:55Z</dcterms:modified>
</cp:coreProperties>
</file>