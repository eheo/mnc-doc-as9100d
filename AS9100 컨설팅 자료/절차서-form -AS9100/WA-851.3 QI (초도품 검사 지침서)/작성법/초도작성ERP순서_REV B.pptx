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60" r:id="rId6"/>
    <p:sldId id="259" r:id="rId7"/>
    <p:sldId id="261" r:id="rId8"/>
    <p:sldId id="262" r:id="rId9"/>
    <p:sldId id="263" r:id="rId10"/>
    <p:sldId id="266" r:id="rId11"/>
    <p:sldId id="264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06" d="100"/>
          <a:sy n="106" d="100"/>
        </p:scale>
        <p:origin x="-78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B83FD2-ABF8-2659-EAEC-AB408B56D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7E163E-54E4-5047-D9DE-3D1B080AA4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C8C958-76B2-A3D0-6540-C8A01B17E3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C365FD-1381-4548-8BA8-38BE3EB4C47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163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8C6FF6-08E2-4134-AD73-73255BD450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D25E25-0B31-3CAE-47E9-B117CC96B5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D8B9CB-16A4-2132-3D55-1AD40D1ECA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74F1AA-AC32-4CE7-8C85-A98E2242BFE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412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7B32F3-6407-E40A-0B6F-23FD0A1897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C264A4-E23F-CE43-FB23-8681C0D7E3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B052CD-B3C4-1A58-F4A7-0DD85958FA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AA36E1-D9A4-4E43-98F3-B1CD5583F3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564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3B3058-E012-89CA-5471-F415771FA1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DE7570-9E08-2286-D1C2-FA9CAC0717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F0938A-A5E7-0F90-13DC-851B188079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3787D8-9898-4045-B148-5457B7E877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994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EF804B0-2239-F223-B9F9-604FCB39E4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EC8832C-EE06-6723-CBEC-1928DEC302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63EA958-B265-B02A-B363-C92DC5008E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A83859-F48B-4FA5-B569-D7C5F30EC80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394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F9B8FB7-93BE-3290-1A20-3A5EB118E9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987CBF-2C31-38E5-4391-55E0379787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9FAF0C-1703-412C-3548-2C3225C304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18AF18-D611-49F8-AA01-E26CB416E4F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5870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5F4FFA1-63A9-930E-CF5A-C73C0C4F0E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5A5CFE3-3B7E-AE5B-7195-C09F97F21F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6C8DAE1-C1F1-9B94-357E-CBBD75F01A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E9F732-85F0-4152-9C55-8E5459B8FB6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02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E1DCB-FDBD-492C-3566-0A4B64DED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78DA47-AB5E-0513-136B-A5DD2BDB81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3E2B2C-AAD9-DC2B-B385-664C28F2FB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A51986-C57E-4366-81B6-0EC2CE83EA2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520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A42278-91ED-FE1F-8317-C577817F8F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ADD7D-A3A9-60A3-C4AA-A277F21309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B6FDF7-A6B1-9811-FBA7-57C134E981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665089-AF9D-404E-9348-0F4ED9C57B1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4921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192CEE-6609-0D74-3910-13D3DAD617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52124A-54ED-D8DF-DFBD-0F148D4763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063979-F375-759E-6AA6-A649A58739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FC9BCC-EDB7-4F61-912A-979A0C0C4AC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8329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612F2C-4B32-87DE-DB57-5E54C3140B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DD6F8A-A022-3316-1F65-DB95082D00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E75C22-F172-1562-EB13-13C124290C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9226E4-28E7-421B-9F57-DFE54096A5F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332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49CB3EF-87E3-C230-2A80-C09E2BECD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1AECF9-4B68-8538-7F43-0DD20554F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C68A9AF-1E71-39BF-FA4B-A3D524E915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CD1F334-F66B-8F07-C19B-6231322080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93F77D5-1668-D101-E87B-BC1758D390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0B5ADFD-7583-4521-BA4D-4EB2522B142A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>
            <a:extLst>
              <a:ext uri="{FF2B5EF4-FFF2-40B4-BE49-F238E27FC236}">
                <a16:creationId xmlns:a16="http://schemas.microsoft.com/office/drawing/2014/main" id="{8BD52CB9-79A5-E3AB-9827-ED6817C68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1" name="Line 6">
            <a:extLst>
              <a:ext uri="{FF2B5EF4-FFF2-40B4-BE49-F238E27FC236}">
                <a16:creationId xmlns:a16="http://schemas.microsoft.com/office/drawing/2014/main" id="{4B5A08E2-D1D9-080E-7B08-A929912FB3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4300" y="2276475"/>
            <a:ext cx="1008063" cy="12239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2" name="Text Box 7">
            <a:extLst>
              <a:ext uri="{FF2B5EF4-FFF2-40B4-BE49-F238E27FC236}">
                <a16:creationId xmlns:a16="http://schemas.microsoft.com/office/drawing/2014/main" id="{2F1F5FD0-1040-0969-CC16-0F4AB8B61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1989138"/>
            <a:ext cx="1101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xbp0022</a:t>
            </a:r>
          </a:p>
        </p:txBody>
      </p:sp>
      <p:sp>
        <p:nvSpPr>
          <p:cNvPr id="2053" name="Line 8">
            <a:extLst>
              <a:ext uri="{FF2B5EF4-FFF2-40B4-BE49-F238E27FC236}">
                <a16:creationId xmlns:a16="http://schemas.microsoft.com/office/drawing/2014/main" id="{D99DCF30-2267-F9F0-8034-4139C83643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24300" y="3644900"/>
            <a:ext cx="719138" cy="9366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4" name="Text Box 9">
            <a:extLst>
              <a:ext uri="{FF2B5EF4-FFF2-40B4-BE49-F238E27FC236}">
                <a16:creationId xmlns:a16="http://schemas.microsoft.com/office/drawing/2014/main" id="{3BD0C3FC-8079-19F6-3A1F-E28CE8AB4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37063"/>
            <a:ext cx="13176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ndt252480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>
            <a:extLst>
              <a:ext uri="{FF2B5EF4-FFF2-40B4-BE49-F238E27FC236}">
                <a16:creationId xmlns:a16="http://schemas.microsoft.com/office/drawing/2014/main" id="{9364EDC4-B696-ABB3-ADF9-34C709AD7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404813"/>
            <a:ext cx="9013825" cy="570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5" name="Line 5">
            <a:extLst>
              <a:ext uri="{FF2B5EF4-FFF2-40B4-BE49-F238E27FC236}">
                <a16:creationId xmlns:a16="http://schemas.microsoft.com/office/drawing/2014/main" id="{D082B9C9-7150-A953-03FA-FF2D26095C9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6850" y="5229225"/>
            <a:ext cx="358775" cy="7207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6" name="Text Box 6">
            <a:extLst>
              <a:ext uri="{FF2B5EF4-FFF2-40B4-BE49-F238E27FC236}">
                <a16:creationId xmlns:a16="http://schemas.microsoft.com/office/drawing/2014/main" id="{CBC494D6-615B-D6CB-16C3-084D748EB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8" y="5805488"/>
            <a:ext cx="666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22FFF677-2A6A-BF50-1792-A50DEA9D4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33375"/>
            <a:ext cx="6264275" cy="636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9" name="Line 5">
            <a:extLst>
              <a:ext uri="{FF2B5EF4-FFF2-40B4-BE49-F238E27FC236}">
                <a16:creationId xmlns:a16="http://schemas.microsoft.com/office/drawing/2014/main" id="{5A3F49F2-F481-32E1-4630-00143B4D65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34100" y="3841750"/>
            <a:ext cx="5048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00" name="Text Box 6">
            <a:extLst>
              <a:ext uri="{FF2B5EF4-FFF2-40B4-BE49-F238E27FC236}">
                <a16:creationId xmlns:a16="http://schemas.microsoft.com/office/drawing/2014/main" id="{C527E85A-1BFD-150D-94D5-75E94BE25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488" y="3625850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>
            <a:extLst>
              <a:ext uri="{FF2B5EF4-FFF2-40B4-BE49-F238E27FC236}">
                <a16:creationId xmlns:a16="http://schemas.microsoft.com/office/drawing/2014/main" id="{2AAC1126-F307-82E9-05B6-E41DB9A8F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3" name="Line 5">
            <a:extLst>
              <a:ext uri="{FF2B5EF4-FFF2-40B4-BE49-F238E27FC236}">
                <a16:creationId xmlns:a16="http://schemas.microsoft.com/office/drawing/2014/main" id="{338FBA60-74FB-3D73-F6AA-C4546BCB03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9113" y="3500438"/>
            <a:ext cx="5048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4" name="Text Box 6">
            <a:extLst>
              <a:ext uri="{FF2B5EF4-FFF2-40B4-BE49-F238E27FC236}">
                <a16:creationId xmlns:a16="http://schemas.microsoft.com/office/drawing/2014/main" id="{C1211123-FB02-F698-1364-610D460CF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3284538"/>
            <a:ext cx="666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126A54B5-4783-6034-DEAF-EB821D275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7" name="Line 3">
            <a:extLst>
              <a:ext uri="{FF2B5EF4-FFF2-40B4-BE49-F238E27FC236}">
                <a16:creationId xmlns:a16="http://schemas.microsoft.com/office/drawing/2014/main" id="{1BC22A9F-C0DA-501D-44C0-3C6EDC6490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3213" y="2636838"/>
            <a:ext cx="360362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EB8DA8DD-52A3-C70F-6E40-00F2050FB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2420938"/>
            <a:ext cx="666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>
            <a:extLst>
              <a:ext uri="{FF2B5EF4-FFF2-40B4-BE49-F238E27FC236}">
                <a16:creationId xmlns:a16="http://schemas.microsoft.com/office/drawing/2014/main" id="{D201BBE9-B20E-F948-E4D7-BD5B89898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71" name="Line 5">
            <a:extLst>
              <a:ext uri="{FF2B5EF4-FFF2-40B4-BE49-F238E27FC236}">
                <a16:creationId xmlns:a16="http://schemas.microsoft.com/office/drawing/2014/main" id="{A1014AD8-FB76-F7F7-1DD5-D0464E9E96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9975" y="3141663"/>
            <a:ext cx="151288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Text Box 6">
            <a:extLst>
              <a:ext uri="{FF2B5EF4-FFF2-40B4-BE49-F238E27FC236}">
                <a16:creationId xmlns:a16="http://schemas.microsoft.com/office/drawing/2014/main" id="{0B152CEE-5F5D-9442-F71A-7815C38E4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2924175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">
            <a:extLst>
              <a:ext uri="{FF2B5EF4-FFF2-40B4-BE49-F238E27FC236}">
                <a16:creationId xmlns:a16="http://schemas.microsoft.com/office/drawing/2014/main" id="{D5244B46-FA10-9283-A4E2-6D4B1CDC0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195" name="Line 5">
            <a:extLst>
              <a:ext uri="{FF2B5EF4-FFF2-40B4-BE49-F238E27FC236}">
                <a16:creationId xmlns:a16="http://schemas.microsoft.com/office/drawing/2014/main" id="{5F3C2B87-FCB9-7999-7867-7601F48AE5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27538" y="3357563"/>
            <a:ext cx="1512887" cy="1511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Text Box 6">
            <a:extLst>
              <a:ext uri="{FF2B5EF4-FFF2-40B4-BE49-F238E27FC236}">
                <a16:creationId xmlns:a16="http://schemas.microsoft.com/office/drawing/2014/main" id="{75489F11-6FFC-B489-CAE3-076E3A8E7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652963"/>
            <a:ext cx="1838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QPI(NO.)</a:t>
            </a:r>
            <a:r>
              <a:rPr lang="ko-KR" altLang="en-US">
                <a:solidFill>
                  <a:srgbClr val="FF0000"/>
                </a:solidFill>
              </a:rPr>
              <a:t>대문자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>
            <a:extLst>
              <a:ext uri="{FF2B5EF4-FFF2-40B4-BE49-F238E27FC236}">
                <a16:creationId xmlns:a16="http://schemas.microsoft.com/office/drawing/2014/main" id="{B970AFFE-D9F7-C656-F01D-EAFE49274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19" name="Line 5">
            <a:extLst>
              <a:ext uri="{FF2B5EF4-FFF2-40B4-BE49-F238E27FC236}">
                <a16:creationId xmlns:a16="http://schemas.microsoft.com/office/drawing/2014/main" id="{17586A0A-19AC-F640-00F6-52BD1E23E7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48263" y="4005263"/>
            <a:ext cx="647700" cy="5032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0" name="Text Box 6">
            <a:extLst>
              <a:ext uri="{FF2B5EF4-FFF2-40B4-BE49-F238E27FC236}">
                <a16:creationId xmlns:a16="http://schemas.microsoft.com/office/drawing/2014/main" id="{4941099D-7941-B707-AEA5-C6B11F0AA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365625"/>
            <a:ext cx="1003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Click(2)</a:t>
            </a:r>
          </a:p>
        </p:txBody>
      </p:sp>
      <p:sp>
        <p:nvSpPr>
          <p:cNvPr id="9221" name="Line 7">
            <a:extLst>
              <a:ext uri="{FF2B5EF4-FFF2-40B4-BE49-F238E27FC236}">
                <a16:creationId xmlns:a16="http://schemas.microsoft.com/office/drawing/2014/main" id="{3B460BED-3D8B-0B71-17E5-5D6EE941B1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3575" y="3716338"/>
            <a:ext cx="360363" cy="865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2" name="Text Box 8">
            <a:extLst>
              <a:ext uri="{FF2B5EF4-FFF2-40B4-BE49-F238E27FC236}">
                <a16:creationId xmlns:a16="http://schemas.microsoft.com/office/drawing/2014/main" id="{A463BC5B-18B5-EB42-9627-33B58ABA1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4437063"/>
            <a:ext cx="1003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Click(1)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>
            <a:extLst>
              <a:ext uri="{FF2B5EF4-FFF2-40B4-BE49-F238E27FC236}">
                <a16:creationId xmlns:a16="http://schemas.microsoft.com/office/drawing/2014/main" id="{792A7F1A-89B5-F588-FC7C-9238726CF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3" name="Text Box 5">
            <a:extLst>
              <a:ext uri="{FF2B5EF4-FFF2-40B4-BE49-F238E27FC236}">
                <a16:creationId xmlns:a16="http://schemas.microsoft.com/office/drawing/2014/main" id="{E4523FA2-17A4-54A7-6FB0-6AEFDE96C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916113"/>
            <a:ext cx="666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  <p:sp>
        <p:nvSpPr>
          <p:cNvPr id="10244" name="Line 6">
            <a:extLst>
              <a:ext uri="{FF2B5EF4-FFF2-40B4-BE49-F238E27FC236}">
                <a16:creationId xmlns:a16="http://schemas.microsoft.com/office/drawing/2014/main" id="{19223F65-4243-79A1-4DE4-0F8710E23F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31913" y="1989138"/>
            <a:ext cx="792162" cy="1444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>
            <a:extLst>
              <a:ext uri="{FF2B5EF4-FFF2-40B4-BE49-F238E27FC236}">
                <a16:creationId xmlns:a16="http://schemas.microsoft.com/office/drawing/2014/main" id="{AF0887A1-CCCA-56D2-F76E-A66C1C2B9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7" name="Line 5">
            <a:extLst>
              <a:ext uri="{FF2B5EF4-FFF2-40B4-BE49-F238E27FC236}">
                <a16:creationId xmlns:a16="http://schemas.microsoft.com/office/drawing/2014/main" id="{27E4BF0D-9808-ECA4-EE49-D1733F48B1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3573463"/>
            <a:ext cx="215900" cy="7921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Text Box 6">
            <a:extLst>
              <a:ext uri="{FF2B5EF4-FFF2-40B4-BE49-F238E27FC236}">
                <a16:creationId xmlns:a16="http://schemas.microsoft.com/office/drawing/2014/main" id="{02A612FB-5935-EF42-B66E-05D2488E6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4292600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5">
            <a:extLst>
              <a:ext uri="{FF2B5EF4-FFF2-40B4-BE49-F238E27FC236}">
                <a16:creationId xmlns:a16="http://schemas.microsoft.com/office/drawing/2014/main" id="{BD1897C7-81A1-B052-1B8C-CB6507BC5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1" name="Line 6">
            <a:extLst>
              <a:ext uri="{FF2B5EF4-FFF2-40B4-BE49-F238E27FC236}">
                <a16:creationId xmlns:a16="http://schemas.microsoft.com/office/drawing/2014/main" id="{DC96D57C-8BA7-C244-700D-4B35ABB026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76825" y="3141663"/>
            <a:ext cx="792163" cy="1444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Text Box 7">
            <a:extLst>
              <a:ext uri="{FF2B5EF4-FFF2-40B4-BE49-F238E27FC236}">
                <a16:creationId xmlns:a16="http://schemas.microsoft.com/office/drawing/2014/main" id="{209E6E19-9684-C5A8-E790-CDF344BF3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068638"/>
            <a:ext cx="2012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 </a:t>
            </a:r>
            <a:r>
              <a:rPr lang="ko-KR" altLang="en-US">
                <a:solidFill>
                  <a:srgbClr val="FF0000"/>
                </a:solidFill>
              </a:rPr>
              <a:t>후</a:t>
            </a:r>
          </a:p>
          <a:p>
            <a:pPr eaLnBrk="1" hangingPunct="1"/>
            <a:r>
              <a:rPr lang="ko-KR" altLang="en-US">
                <a:solidFill>
                  <a:srgbClr val="FF0000"/>
                </a:solidFill>
              </a:rPr>
              <a:t>다른이름으로저장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>
            <a:extLst>
              <a:ext uri="{FF2B5EF4-FFF2-40B4-BE49-F238E27FC236}">
                <a16:creationId xmlns:a16="http://schemas.microsoft.com/office/drawing/2014/main" id="{AACDCC1E-0118-014F-5872-E3A5813CF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5" name="Text Box 5">
            <a:extLst>
              <a:ext uri="{FF2B5EF4-FFF2-40B4-BE49-F238E27FC236}">
                <a16:creationId xmlns:a16="http://schemas.microsoft.com/office/drawing/2014/main" id="{F21197AF-5FE4-60FB-9B86-45EC583BB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9425" y="5307013"/>
            <a:ext cx="2784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Ctrl+A</a:t>
            </a:r>
          </a:p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Ctrl+C </a:t>
            </a:r>
            <a:r>
              <a:rPr lang="ko-KR" altLang="en-US" b="1">
                <a:solidFill>
                  <a:srgbClr val="FF0000"/>
                </a:solidFill>
              </a:rPr>
              <a:t>메모장에 붙여넣기</a:t>
            </a:r>
          </a:p>
        </p:txBody>
      </p:sp>
      <p:pic>
        <p:nvPicPr>
          <p:cNvPr id="13316" name="Picture 6">
            <a:extLst>
              <a:ext uri="{FF2B5EF4-FFF2-40B4-BE49-F238E27FC236}">
                <a16:creationId xmlns:a16="http://schemas.microsoft.com/office/drawing/2014/main" id="{3828A060-4F84-02D1-0DE6-582B14296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838" y="2349500"/>
            <a:ext cx="2860675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7" name="Line 5">
            <a:extLst>
              <a:ext uri="{FF2B5EF4-FFF2-40B4-BE49-F238E27FC236}">
                <a16:creationId xmlns:a16="http://schemas.microsoft.com/office/drawing/2014/main" id="{00E68A59-DF12-6E4E-D3A0-8522003CF6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07175" y="2909888"/>
            <a:ext cx="989013" cy="9032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5131E5A1-30EE-84BF-4C03-C6073F8E1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3629025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click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>
            <a:extLst>
              <a:ext uri="{FF2B5EF4-FFF2-40B4-BE49-F238E27FC236}">
                <a16:creationId xmlns:a16="http://schemas.microsoft.com/office/drawing/2014/main" id="{32040CF5-0F23-1B62-5924-CB594F910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9" name="Line 5">
            <a:extLst>
              <a:ext uri="{FF2B5EF4-FFF2-40B4-BE49-F238E27FC236}">
                <a16:creationId xmlns:a16="http://schemas.microsoft.com/office/drawing/2014/main" id="{FCFA63DB-235D-4A42-15A6-4FD7DB6684D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56100" y="765175"/>
            <a:ext cx="1439863" cy="5762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0" name="Text Box 6">
            <a:extLst>
              <a:ext uri="{FF2B5EF4-FFF2-40B4-BE49-F238E27FC236}">
                <a16:creationId xmlns:a16="http://schemas.microsoft.com/office/drawing/2014/main" id="{CC7F81DC-D56E-B7F0-EE08-643EE207F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925" y="1196975"/>
            <a:ext cx="3394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/>
              <a:t>.txt</a:t>
            </a:r>
            <a:r>
              <a:rPr lang="ko-KR" altLang="en-US"/>
              <a:t>파일 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:112W0050-15.txt)</a:t>
            </a:r>
          </a:p>
        </p:txBody>
      </p:sp>
      <p:sp>
        <p:nvSpPr>
          <p:cNvPr id="14341" name="Text Box 9">
            <a:extLst>
              <a:ext uri="{FF2B5EF4-FFF2-40B4-BE49-F238E27FC236}">
                <a16:creationId xmlns:a16="http://schemas.microsoft.com/office/drawing/2014/main" id="{30994DC1-11A9-A7AD-9FB0-3AFFC59F7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549275"/>
            <a:ext cx="4079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4342" name="Text Box 10">
            <a:extLst>
              <a:ext uri="{FF2B5EF4-FFF2-40B4-BE49-F238E27FC236}">
                <a16:creationId xmlns:a16="http://schemas.microsoft.com/office/drawing/2014/main" id="{2E9A35BD-D77E-918F-395A-EECACC85F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620713"/>
            <a:ext cx="4079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4343" name="Text Box 11">
            <a:extLst>
              <a:ext uri="{FF2B5EF4-FFF2-40B4-BE49-F238E27FC236}">
                <a16:creationId xmlns:a16="http://schemas.microsoft.com/office/drawing/2014/main" id="{953E90A5-8600-F17D-92FC-9AB1C2EF8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985838"/>
            <a:ext cx="4079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4344" name="Text Box 12">
            <a:extLst>
              <a:ext uri="{FF2B5EF4-FFF2-40B4-BE49-F238E27FC236}">
                <a16:creationId xmlns:a16="http://schemas.microsoft.com/office/drawing/2014/main" id="{7FDF99F2-AA8D-DCFE-E855-E8C89F8DB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1274763"/>
            <a:ext cx="4079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4345" name="Text Box 13">
            <a:extLst>
              <a:ext uri="{FF2B5EF4-FFF2-40B4-BE49-F238E27FC236}">
                <a16:creationId xmlns:a16="http://schemas.microsoft.com/office/drawing/2014/main" id="{31A44438-7B9E-4678-B923-83DA9190C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1562100"/>
            <a:ext cx="4079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>
            <a:extLst>
              <a:ext uri="{FF2B5EF4-FFF2-40B4-BE49-F238E27FC236}">
                <a16:creationId xmlns:a16="http://schemas.microsoft.com/office/drawing/2014/main" id="{D3B7C36F-2B8C-AA06-9A76-4412A5B1F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3" name="Line 5">
            <a:extLst>
              <a:ext uri="{FF2B5EF4-FFF2-40B4-BE49-F238E27FC236}">
                <a16:creationId xmlns:a16="http://schemas.microsoft.com/office/drawing/2014/main" id="{0250D333-2E85-26EE-C958-C2395A32869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08625" y="1125538"/>
            <a:ext cx="1223963" cy="10080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364" name="Line 6">
            <a:extLst>
              <a:ext uri="{FF2B5EF4-FFF2-40B4-BE49-F238E27FC236}">
                <a16:creationId xmlns:a16="http://schemas.microsoft.com/office/drawing/2014/main" id="{FA19D1F4-4A9E-336E-CE83-C5190B37EB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59563" y="1125538"/>
            <a:ext cx="288925" cy="10080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365" name="Text Box 7">
            <a:extLst>
              <a:ext uri="{FF2B5EF4-FFF2-40B4-BE49-F238E27FC236}">
                <a16:creationId xmlns:a16="http://schemas.microsoft.com/office/drawing/2014/main" id="{2FCF1C3C-446D-00AB-FF50-E1285802B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3" y="2066925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>
                <a:solidFill>
                  <a:srgbClr val="FF0000"/>
                </a:solidFill>
              </a:rPr>
              <a:t>기입</a:t>
            </a:r>
          </a:p>
        </p:txBody>
      </p:sp>
      <p:sp>
        <p:nvSpPr>
          <p:cNvPr id="15366" name="Line 9">
            <a:extLst>
              <a:ext uri="{FF2B5EF4-FFF2-40B4-BE49-F238E27FC236}">
                <a16:creationId xmlns:a16="http://schemas.microsoft.com/office/drawing/2014/main" id="{8B960C2E-2674-5D6B-75D6-9F7F88C462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42988" y="981075"/>
            <a:ext cx="4752975" cy="22320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367" name="Text Box 10">
            <a:extLst>
              <a:ext uri="{FF2B5EF4-FFF2-40B4-BE49-F238E27FC236}">
                <a16:creationId xmlns:a16="http://schemas.microsoft.com/office/drawing/2014/main" id="{91D5038C-E9B3-E0F5-7B6A-C237D780B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0686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5368" name="Text Box 5">
            <a:extLst>
              <a:ext uri="{FF2B5EF4-FFF2-40B4-BE49-F238E27FC236}">
                <a16:creationId xmlns:a16="http://schemas.microsoft.com/office/drawing/2014/main" id="{B886BB45-7B39-D20A-B78F-9583F540B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950" y="4508500"/>
            <a:ext cx="31194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FILE : FAIRPLAN-REQUEST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>
            <a:extLst>
              <a:ext uri="{FF2B5EF4-FFF2-40B4-BE49-F238E27FC236}">
                <a16:creationId xmlns:a16="http://schemas.microsoft.com/office/drawing/2014/main" id="{090AC0EF-2C8C-4E9E-4D7B-10429C593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7" name="Line 5">
            <a:extLst>
              <a:ext uri="{FF2B5EF4-FFF2-40B4-BE49-F238E27FC236}">
                <a16:creationId xmlns:a16="http://schemas.microsoft.com/office/drawing/2014/main" id="{FC4BB9E7-B4ED-C4C8-055B-E85C1E99AB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2500" y="2852738"/>
            <a:ext cx="358775" cy="2016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88" name="Text Box 6">
            <a:extLst>
              <a:ext uri="{FF2B5EF4-FFF2-40B4-BE49-F238E27FC236}">
                <a16:creationId xmlns:a16="http://schemas.microsoft.com/office/drawing/2014/main" id="{4FE9289D-90FA-998A-272A-404C7CF53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4797425"/>
            <a:ext cx="57515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>
                <a:solidFill>
                  <a:srgbClr val="FF0000"/>
                </a:solidFill>
              </a:rPr>
              <a:t>파일경로</a:t>
            </a:r>
            <a:r>
              <a:rPr lang="en-US" altLang="ko-KR">
                <a:solidFill>
                  <a:srgbClr val="FF0000"/>
                </a:solidFill>
              </a:rPr>
              <a:t>\ .rpt</a:t>
            </a:r>
            <a:r>
              <a:rPr lang="ko-KR" altLang="en-US">
                <a:solidFill>
                  <a:srgbClr val="FF0000"/>
                </a:solidFill>
              </a:rPr>
              <a:t>파일</a:t>
            </a:r>
          </a:p>
          <a:p>
            <a:pPr eaLnBrk="1" hangingPunct="1"/>
            <a:r>
              <a:rPr lang="ko-KR" altLang="en-US" sz="800">
                <a:solidFill>
                  <a:srgbClr val="FF0000"/>
                </a:solidFill>
              </a:rPr>
              <a:t>예</a:t>
            </a:r>
            <a:r>
              <a:rPr lang="en-US" altLang="ko-KR" sz="800">
                <a:solidFill>
                  <a:srgbClr val="FF0000"/>
                </a:solidFill>
              </a:rPr>
              <a:t>) C:\Documents and Settings\DIGITAL\</a:t>
            </a:r>
            <a:r>
              <a:rPr lang="ko-KR" altLang="en-US" sz="800">
                <a:solidFill>
                  <a:srgbClr val="FF0000"/>
                </a:solidFill>
              </a:rPr>
              <a:t>바탕 화면</a:t>
            </a:r>
            <a:r>
              <a:rPr lang="en-US" altLang="ko-KR" sz="800">
                <a:solidFill>
                  <a:srgbClr val="FF0000"/>
                </a:solidFill>
              </a:rPr>
              <a:t>\112W0050 </a:t>
            </a:r>
            <a:r>
              <a:rPr lang="ko-KR" altLang="en-US" sz="800">
                <a:solidFill>
                  <a:srgbClr val="FF0000"/>
                </a:solidFill>
              </a:rPr>
              <a:t>초도관련  </a:t>
            </a:r>
            <a:r>
              <a:rPr lang="en-US" altLang="ko-KR" sz="800">
                <a:solidFill>
                  <a:srgbClr val="FF0000"/>
                </a:solidFill>
              </a:rPr>
              <a:t>5</a:t>
            </a:r>
            <a:r>
              <a:rPr lang="ko-KR" altLang="en-US" sz="800">
                <a:solidFill>
                  <a:srgbClr val="FF0000"/>
                </a:solidFill>
              </a:rPr>
              <a:t>월</a:t>
            </a:r>
            <a:r>
              <a:rPr lang="en-US" altLang="ko-KR" sz="800">
                <a:solidFill>
                  <a:srgbClr val="FF0000"/>
                </a:solidFill>
              </a:rPr>
              <a:t>12</a:t>
            </a:r>
            <a:r>
              <a:rPr lang="ko-KR" altLang="en-US" sz="800">
                <a:solidFill>
                  <a:srgbClr val="FF0000"/>
                </a:solidFill>
              </a:rPr>
              <a:t>일</a:t>
            </a:r>
            <a:r>
              <a:rPr lang="en-US" altLang="ko-KR" sz="800">
                <a:solidFill>
                  <a:srgbClr val="FF0000"/>
                </a:solidFill>
              </a:rPr>
              <a:t>\112W0050</a:t>
            </a:r>
            <a:r>
              <a:rPr lang="en-US" altLang="ko-KR" sz="800">
                <a:solidFill>
                  <a:srgbClr val="0000FF"/>
                </a:solidFill>
              </a:rPr>
              <a:t>\112W0050-15.rpt</a:t>
            </a:r>
          </a:p>
        </p:txBody>
      </p:sp>
      <p:sp>
        <p:nvSpPr>
          <p:cNvPr id="16389" name="Line 7">
            <a:extLst>
              <a:ext uri="{FF2B5EF4-FFF2-40B4-BE49-F238E27FC236}">
                <a16:creationId xmlns:a16="http://schemas.microsoft.com/office/drawing/2014/main" id="{02BF28B7-8CC2-8FB4-20CF-42B398CC41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84663" y="3429000"/>
            <a:ext cx="1727200" cy="11525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90" name="Text Box 8">
            <a:extLst>
              <a:ext uri="{FF2B5EF4-FFF2-40B4-BE49-F238E27FC236}">
                <a16:creationId xmlns:a16="http://schemas.microsoft.com/office/drawing/2014/main" id="{00AC4BF8-EAB8-A7DF-2DD5-85F0E6A9C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788" y="43703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6391" name="Text Box 9">
            <a:extLst>
              <a:ext uri="{FF2B5EF4-FFF2-40B4-BE49-F238E27FC236}">
                <a16:creationId xmlns:a16="http://schemas.microsoft.com/office/drawing/2014/main" id="{C1B5495D-A3A7-B568-31C8-63D26B62D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488" y="3217863"/>
            <a:ext cx="23669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FF0000"/>
                </a:solidFill>
              </a:rPr>
              <a:t>③ sheet</a:t>
            </a:r>
            <a:r>
              <a:rPr lang="ko-KR" altLang="en-US">
                <a:solidFill>
                  <a:srgbClr val="FF0000"/>
                </a:solidFill>
              </a:rPr>
              <a:t>정리 및 작성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그림 3">
            <a:extLst>
              <a:ext uri="{FF2B5EF4-FFF2-40B4-BE49-F238E27FC236}">
                <a16:creationId xmlns:a16="http://schemas.microsoft.com/office/drawing/2014/main" id="{EB403BCC-C680-FF57-45C8-08AAD81EF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88913"/>
            <a:ext cx="8713788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4B94174-3C90-5A05-01F2-408CAFB3A02A}"/>
              </a:ext>
            </a:extLst>
          </p:cNvPr>
          <p:cNvSpPr/>
          <p:nvPr/>
        </p:nvSpPr>
        <p:spPr>
          <a:xfrm>
            <a:off x="796925" y="6357938"/>
            <a:ext cx="390525" cy="360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412" name="TextBox 5">
            <a:extLst>
              <a:ext uri="{FF2B5EF4-FFF2-40B4-BE49-F238E27FC236}">
                <a16:creationId xmlns:a16="http://schemas.microsoft.com/office/drawing/2014/main" id="{25C257F9-F316-4F5B-6251-1D0A2CCE3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5661025"/>
            <a:ext cx="2952750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4. &lt;FORM 1&gt;</a:t>
            </a:r>
            <a:r>
              <a:rPr lang="ko-KR" altLang="en-US" sz="1000"/>
              <a:t>란을 누르면 위의 그림과 같이 나</a:t>
            </a:r>
            <a:endParaRPr lang="en-US" altLang="ko-KR" sz="1000"/>
          </a:p>
          <a:p>
            <a:pPr eaLnBrk="1" hangingPunct="1"/>
            <a:r>
              <a:rPr lang="en-US" altLang="ko-KR" sz="1000"/>
              <a:t>   </a:t>
            </a:r>
            <a:r>
              <a:rPr lang="ko-KR" altLang="en-US" sz="1000"/>
              <a:t>타난다</a:t>
            </a:r>
            <a:r>
              <a:rPr lang="en-US" altLang="ko-KR" sz="1000"/>
              <a:t>.</a:t>
            </a:r>
            <a:endParaRPr lang="ko-KR" altLang="en-US" sz="100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1FC20E0-026A-A6C5-BB89-3E1B363CBA7A}"/>
              </a:ext>
            </a:extLst>
          </p:cNvPr>
          <p:cNvCxnSpPr>
            <a:stCxn id="17412" idx="1"/>
          </p:cNvCxnSpPr>
          <p:nvPr/>
        </p:nvCxnSpPr>
        <p:spPr>
          <a:xfrm flipH="1">
            <a:off x="1187450" y="5861050"/>
            <a:ext cx="2447925" cy="67627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81916257-F166-CF9C-563E-D90218CFCCC0}"/>
              </a:ext>
            </a:extLst>
          </p:cNvPr>
          <p:cNvSpPr/>
          <p:nvPr/>
        </p:nvSpPr>
        <p:spPr>
          <a:xfrm>
            <a:off x="422275" y="2644775"/>
            <a:ext cx="390525" cy="215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415" name="TextBox 10">
            <a:extLst>
              <a:ext uri="{FF2B5EF4-FFF2-40B4-BE49-F238E27FC236}">
                <a16:creationId xmlns:a16="http://schemas.microsoft.com/office/drawing/2014/main" id="{379955B5-3508-CF68-14BF-BEED7B7C6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600" y="2636838"/>
            <a:ext cx="895350" cy="2159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800"/>
              <a:t>KAL-ASD(NDT)</a:t>
            </a:r>
          </a:p>
        </p:txBody>
      </p:sp>
      <p:sp>
        <p:nvSpPr>
          <p:cNvPr id="17416" name="TextBox 11">
            <a:extLst>
              <a:ext uri="{FF2B5EF4-FFF2-40B4-BE49-F238E27FC236}">
                <a16:creationId xmlns:a16="http://schemas.microsoft.com/office/drawing/2014/main" id="{180EDE24-A292-5BEB-7152-A420AC175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663" y="2133600"/>
            <a:ext cx="3819525" cy="338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800"/>
              <a:t>ATTACHMENT</a:t>
            </a:r>
            <a:r>
              <a:rPr lang="ko-KR" altLang="en-US" sz="800"/>
              <a:t>에서 </a:t>
            </a:r>
            <a:r>
              <a:rPr lang="en-US" altLang="ko-KR" sz="800"/>
              <a:t>MBDPL 1</a:t>
            </a:r>
            <a:r>
              <a:rPr lang="ko-KR" altLang="en-US" sz="800"/>
              <a:t>개 일경우 </a:t>
            </a:r>
            <a:r>
              <a:rPr lang="en-US" altLang="ko-KR" sz="800"/>
              <a:t>: NEW</a:t>
            </a:r>
          </a:p>
          <a:p>
            <a:pPr eaLnBrk="1" hangingPunct="1"/>
            <a:r>
              <a:rPr lang="en-US" altLang="ko-KR" sz="800"/>
              <a:t>ATTACHMENT</a:t>
            </a:r>
            <a:r>
              <a:rPr lang="ko-KR" altLang="en-US" sz="800"/>
              <a:t>에서 </a:t>
            </a:r>
            <a:r>
              <a:rPr lang="en-US" altLang="ko-KR" sz="800"/>
              <a:t>MBDPL</a:t>
            </a:r>
            <a:r>
              <a:rPr lang="ko-KR" altLang="en-US" sz="800"/>
              <a:t>이 </a:t>
            </a:r>
            <a:r>
              <a:rPr lang="en-US" altLang="ko-KR" sz="800"/>
              <a:t>2</a:t>
            </a:r>
            <a:r>
              <a:rPr lang="ko-KR" altLang="en-US" sz="800"/>
              <a:t>개 이상일 경우 </a:t>
            </a:r>
            <a:r>
              <a:rPr lang="en-US" altLang="ko-KR" sz="800"/>
              <a:t>: SEE ATTACHMENT#1</a:t>
            </a:r>
            <a:r>
              <a:rPr lang="ko-KR" altLang="en-US" sz="800"/>
              <a:t>을 친다</a:t>
            </a:r>
            <a:r>
              <a:rPr lang="en-US" altLang="ko-KR" sz="800"/>
              <a:t>.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4472BD0-659E-518A-9C61-AFCB41F1B28F}"/>
              </a:ext>
            </a:extLst>
          </p:cNvPr>
          <p:cNvCxnSpPr>
            <a:stCxn id="17416" idx="1"/>
          </p:cNvCxnSpPr>
          <p:nvPr/>
        </p:nvCxnSpPr>
        <p:spPr>
          <a:xfrm flipH="1">
            <a:off x="971550" y="2301875"/>
            <a:ext cx="2805113" cy="11906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77999A50-2360-FBE5-FE42-D6571845D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14408510-AEE4-7643-1625-F56EDF49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18436" name="그림 3">
            <a:extLst>
              <a:ext uri="{FF2B5EF4-FFF2-40B4-BE49-F238E27FC236}">
                <a16:creationId xmlns:a16="http://schemas.microsoft.com/office/drawing/2014/main" id="{7B9F8B0E-9D9C-8D20-71B2-3B452B0B8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88913"/>
            <a:ext cx="8713788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81FECF0-B2CD-53AA-2D30-B5FF8CC69E8E}"/>
              </a:ext>
            </a:extLst>
          </p:cNvPr>
          <p:cNvSpPr/>
          <p:nvPr/>
        </p:nvSpPr>
        <p:spPr>
          <a:xfrm>
            <a:off x="195263" y="2852738"/>
            <a:ext cx="287337" cy="288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52B7251-BEE1-AC6F-D236-7953446DF369}"/>
              </a:ext>
            </a:extLst>
          </p:cNvPr>
          <p:cNvCxnSpPr>
            <a:endCxn id="5" idx="6"/>
          </p:cNvCxnSpPr>
          <p:nvPr/>
        </p:nvCxnSpPr>
        <p:spPr>
          <a:xfrm flipH="1">
            <a:off x="482600" y="2960688"/>
            <a:ext cx="4160838" cy="3651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9" name="TextBox 7">
            <a:extLst>
              <a:ext uri="{FF2B5EF4-FFF2-40B4-BE49-F238E27FC236}">
                <a16:creationId xmlns:a16="http://schemas.microsoft.com/office/drawing/2014/main" id="{5D4B3BAB-FE0D-64D2-E99F-D2566370B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2760663"/>
            <a:ext cx="2520950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5. 11~13</a:t>
            </a:r>
            <a:r>
              <a:rPr lang="ko-KR" altLang="en-US" sz="1000"/>
              <a:t>번 란은 행크기가 </a:t>
            </a:r>
            <a:r>
              <a:rPr lang="en-US" altLang="ko-KR" sz="1000"/>
              <a:t>21</a:t>
            </a:r>
            <a:r>
              <a:rPr lang="ko-KR" altLang="en-US" sz="1000"/>
              <a:t>로 맞춘다</a:t>
            </a:r>
            <a:r>
              <a:rPr lang="en-US" altLang="ko-KR" sz="1000"/>
              <a:t>.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CBB2F02-B665-BD88-2547-EAB859105F85}"/>
              </a:ext>
            </a:extLst>
          </p:cNvPr>
          <p:cNvCxnSpPr/>
          <p:nvPr/>
        </p:nvCxnSpPr>
        <p:spPr>
          <a:xfrm flipH="1" flipV="1">
            <a:off x="1668463" y="3103563"/>
            <a:ext cx="3168650" cy="14287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1" name="TextBox 10">
            <a:extLst>
              <a:ext uri="{FF2B5EF4-FFF2-40B4-BE49-F238E27FC236}">
                <a16:creationId xmlns:a16="http://schemas.microsoft.com/office/drawing/2014/main" id="{E67D275E-D4CD-54DD-F054-22E35106B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4413" y="3024188"/>
            <a:ext cx="1763712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6. </a:t>
            </a:r>
            <a:r>
              <a:rPr lang="ko-KR" altLang="en-US" sz="1000"/>
              <a:t>글자 크기를 진하게 한다</a:t>
            </a:r>
            <a:r>
              <a:rPr lang="en-US" altLang="ko-KR" sz="1000"/>
              <a:t>.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255E35A-BD8F-EACC-4054-C0E4A74A7D19}"/>
              </a:ext>
            </a:extLst>
          </p:cNvPr>
          <p:cNvSpPr/>
          <p:nvPr/>
        </p:nvSpPr>
        <p:spPr>
          <a:xfrm>
            <a:off x="250825" y="3141663"/>
            <a:ext cx="217488" cy="2159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2AE71F2-08B6-9A03-1B1E-7A7A4479DECE}"/>
              </a:ext>
            </a:extLst>
          </p:cNvPr>
          <p:cNvCxnSpPr/>
          <p:nvPr/>
        </p:nvCxnSpPr>
        <p:spPr>
          <a:xfrm flipH="1" flipV="1">
            <a:off x="468313" y="3263900"/>
            <a:ext cx="4140200" cy="20161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4" name="TextBox 14">
            <a:extLst>
              <a:ext uri="{FF2B5EF4-FFF2-40B4-BE49-F238E27FC236}">
                <a16:creationId xmlns:a16="http://schemas.microsoft.com/office/drawing/2014/main" id="{F0B3E077-655B-6D9F-2144-EF2FD8536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513" y="3327400"/>
            <a:ext cx="2484437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7. 14~15</a:t>
            </a:r>
            <a:r>
              <a:rPr lang="ko-KR" altLang="en-US" sz="1000"/>
              <a:t>번 란은 행크기를 </a:t>
            </a:r>
            <a:r>
              <a:rPr lang="en-US" altLang="ko-KR" sz="1000"/>
              <a:t>15</a:t>
            </a:r>
            <a:r>
              <a:rPr lang="ko-KR" altLang="en-US" sz="1000"/>
              <a:t>로 맞춘다</a:t>
            </a:r>
            <a:r>
              <a:rPr lang="en-US" altLang="ko-KR" sz="1000"/>
              <a:t>.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C7FD3F5-1A87-985B-3FC8-0F39B9F1342D}"/>
              </a:ext>
            </a:extLst>
          </p:cNvPr>
          <p:cNvSpPr/>
          <p:nvPr/>
        </p:nvSpPr>
        <p:spPr>
          <a:xfrm>
            <a:off x="2124075" y="2728913"/>
            <a:ext cx="647700" cy="2428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977AA91-6E48-864A-5A5F-D56DBFA552B3}"/>
              </a:ext>
            </a:extLst>
          </p:cNvPr>
          <p:cNvSpPr/>
          <p:nvPr/>
        </p:nvSpPr>
        <p:spPr>
          <a:xfrm>
            <a:off x="468313" y="2716213"/>
            <a:ext cx="647700" cy="2428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C711650-1759-8E6C-BD0E-40D5D81E3856}"/>
              </a:ext>
            </a:extLst>
          </p:cNvPr>
          <p:cNvCxnSpPr/>
          <p:nvPr/>
        </p:nvCxnSpPr>
        <p:spPr>
          <a:xfrm flipH="1">
            <a:off x="1042988" y="2133600"/>
            <a:ext cx="625475" cy="595313"/>
          </a:xfrm>
          <a:prstGeom prst="straightConnector1">
            <a:avLst/>
          </a:prstGeom>
          <a:ln w="127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6F7047F-C7AF-935C-7E10-BDD576C2C90F}"/>
              </a:ext>
            </a:extLst>
          </p:cNvPr>
          <p:cNvCxnSpPr>
            <a:endCxn id="16" idx="1"/>
          </p:cNvCxnSpPr>
          <p:nvPr/>
        </p:nvCxnSpPr>
        <p:spPr>
          <a:xfrm>
            <a:off x="1908175" y="2133600"/>
            <a:ext cx="311150" cy="630238"/>
          </a:xfrm>
          <a:prstGeom prst="straightConnector1">
            <a:avLst/>
          </a:prstGeom>
          <a:ln w="127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9" name="TextBox 24">
            <a:extLst>
              <a:ext uri="{FF2B5EF4-FFF2-40B4-BE49-F238E27FC236}">
                <a16:creationId xmlns:a16="http://schemas.microsoft.com/office/drawing/2014/main" id="{5FB146C6-5443-E231-2733-DF76387B2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25" y="1878013"/>
            <a:ext cx="2936875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8. 2</a:t>
            </a:r>
            <a:r>
              <a:rPr lang="ko-KR" altLang="en-US" sz="1000"/>
              <a:t>글자를 따로 잘라내서 옆에 칸으로 이동</a:t>
            </a:r>
            <a:endParaRPr lang="en-US" altLang="ko-KR" sz="1000"/>
          </a:p>
          <a:p>
            <a:pPr eaLnBrk="1" hangingPunct="1"/>
            <a:r>
              <a:rPr lang="ko-KR" altLang="en-US" sz="1000"/>
              <a:t>예</a:t>
            </a:r>
            <a:r>
              <a:rPr lang="en-US" altLang="ko-KR" sz="1000"/>
              <a:t>&gt; DETAIL FAI            ASSEMBLY FAI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37824B-3292-C268-00B6-4F466A198A7A}"/>
              </a:ext>
            </a:extLst>
          </p:cNvPr>
          <p:cNvSpPr/>
          <p:nvPr/>
        </p:nvSpPr>
        <p:spPr>
          <a:xfrm>
            <a:off x="1995488" y="2101850"/>
            <a:ext cx="157162" cy="107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EE37236-25A6-56B3-59BE-7A4D50BA6482}"/>
              </a:ext>
            </a:extLst>
          </p:cNvPr>
          <p:cNvSpPr/>
          <p:nvPr/>
        </p:nvSpPr>
        <p:spPr>
          <a:xfrm>
            <a:off x="3355975" y="2095500"/>
            <a:ext cx="157163" cy="107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8EFA274C-AB76-CD3F-4341-2A4ED6A5FA07}"/>
              </a:ext>
            </a:extLst>
          </p:cNvPr>
          <p:cNvSpPr txBox="1"/>
          <p:nvPr/>
        </p:nvSpPr>
        <p:spPr>
          <a:xfrm>
            <a:off x="4384675" y="3789363"/>
            <a:ext cx="3038475" cy="336550"/>
          </a:xfrm>
          <a:prstGeom prst="rect">
            <a:avLst/>
          </a:prstGeom>
          <a:solidFill>
            <a:srgbClr val="FF000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>
                <a:latin typeface="Arial" pitchFamily="34" charset="0"/>
                <a:cs typeface="Arial" pitchFamily="34" charset="0"/>
              </a:rPr>
              <a:t>FROM #1,#2,#3 </a:t>
            </a:r>
            <a:r>
              <a:rPr lang="ko-KR" altLang="en-US">
                <a:latin typeface="Arial" pitchFamily="34" charset="0"/>
                <a:cs typeface="Arial" pitchFamily="34" charset="0"/>
              </a:rPr>
              <a:t>글자크기 </a:t>
            </a:r>
            <a:r>
              <a:rPr lang="en-US" altLang="ko-KR">
                <a:latin typeface="Arial" pitchFamily="34" charset="0"/>
                <a:cs typeface="Arial" pitchFamily="34" charset="0"/>
              </a:rPr>
              <a:t>9 / </a:t>
            </a:r>
            <a:r>
              <a:rPr lang="ko-KR" altLang="en-US">
                <a:latin typeface="Arial" pitchFamily="34" charset="0"/>
                <a:cs typeface="Arial" pitchFamily="34" charset="0"/>
              </a:rPr>
              <a:t>글자모양 </a:t>
            </a:r>
            <a:r>
              <a:rPr lang="en-US" altLang="ko-KR">
                <a:latin typeface="Arial" pitchFamily="34" charset="0"/>
                <a:cs typeface="Arial" pitchFamily="34" charset="0"/>
              </a:rPr>
              <a:t>ARIAL</a:t>
            </a:r>
            <a:endParaRPr lang="ko-KR" alt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833B5148-3AFA-5D25-093A-0BC8FCE8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5B57929A-4482-F686-F141-BF60D3815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19460" name="그림 3">
            <a:extLst>
              <a:ext uri="{FF2B5EF4-FFF2-40B4-BE49-F238E27FC236}">
                <a16:creationId xmlns:a16="http://schemas.microsoft.com/office/drawing/2014/main" id="{4A336E5B-D2BC-26EC-A26F-BEF7230E6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88913"/>
            <a:ext cx="8713788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40BE2CB-4C5B-9C1C-6163-F2C1A9743BD8}"/>
              </a:ext>
            </a:extLst>
          </p:cNvPr>
          <p:cNvSpPr/>
          <p:nvPr/>
        </p:nvSpPr>
        <p:spPr>
          <a:xfrm>
            <a:off x="195263" y="3322638"/>
            <a:ext cx="287337" cy="393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74DB17B-3317-9ECD-0B4C-D216F8B46280}"/>
              </a:ext>
            </a:extLst>
          </p:cNvPr>
          <p:cNvCxnSpPr/>
          <p:nvPr/>
        </p:nvCxnSpPr>
        <p:spPr>
          <a:xfrm flipH="1">
            <a:off x="482600" y="3465513"/>
            <a:ext cx="4125913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3" name="TextBox 8">
            <a:extLst>
              <a:ext uri="{FF2B5EF4-FFF2-40B4-BE49-F238E27FC236}">
                <a16:creationId xmlns:a16="http://schemas.microsoft.com/office/drawing/2014/main" id="{77F20DFC-CE7D-B5C9-17AA-E0392ABE1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513" y="3327400"/>
            <a:ext cx="2484437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8. 16~19</a:t>
            </a:r>
            <a:r>
              <a:rPr lang="ko-KR" altLang="en-US" sz="1000"/>
              <a:t>번 란은 행크기를 </a:t>
            </a:r>
            <a:r>
              <a:rPr lang="en-US" altLang="ko-KR" sz="1000"/>
              <a:t>24</a:t>
            </a:r>
            <a:r>
              <a:rPr lang="ko-KR" altLang="en-US" sz="1000"/>
              <a:t>로 맞춘다</a:t>
            </a:r>
            <a:r>
              <a:rPr lang="en-US" altLang="ko-KR" sz="1000"/>
              <a:t>.</a:t>
            </a:r>
          </a:p>
        </p:txBody>
      </p:sp>
      <p:sp>
        <p:nvSpPr>
          <p:cNvPr id="19464" name="TextBox 9">
            <a:extLst>
              <a:ext uri="{FF2B5EF4-FFF2-40B4-BE49-F238E27FC236}">
                <a16:creationId xmlns:a16="http://schemas.microsoft.com/office/drawing/2014/main" id="{724C894B-2794-492D-C215-280F71FD6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513" y="3573463"/>
            <a:ext cx="2484437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9. 16</a:t>
            </a:r>
            <a:r>
              <a:rPr lang="ko-KR" altLang="en-US" sz="1000"/>
              <a:t>란은 병합하고 가운데 맞춤한다</a:t>
            </a:r>
            <a:r>
              <a:rPr lang="en-US" altLang="ko-KR" sz="1000"/>
              <a:t>.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99233A2-F583-7E86-94E5-6F28C78D5B1B}"/>
              </a:ext>
            </a:extLst>
          </p:cNvPr>
          <p:cNvSpPr/>
          <p:nvPr/>
        </p:nvSpPr>
        <p:spPr>
          <a:xfrm>
            <a:off x="195263" y="3933825"/>
            <a:ext cx="287337" cy="393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BDF9566-C1E1-3801-1E06-1D56F7A62B0D}"/>
              </a:ext>
            </a:extLst>
          </p:cNvPr>
          <p:cNvCxnSpPr>
            <a:stCxn id="19464" idx="1"/>
            <a:endCxn id="11" idx="6"/>
          </p:cNvCxnSpPr>
          <p:nvPr/>
        </p:nvCxnSpPr>
        <p:spPr>
          <a:xfrm flipH="1">
            <a:off x="482600" y="3695700"/>
            <a:ext cx="4125913" cy="43497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179C3DCC-7BDD-D4FD-09E3-15686BACD3F6}"/>
              </a:ext>
            </a:extLst>
          </p:cNvPr>
          <p:cNvSpPr/>
          <p:nvPr/>
        </p:nvSpPr>
        <p:spPr>
          <a:xfrm>
            <a:off x="223838" y="3716338"/>
            <a:ext cx="215900" cy="21748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AA97945-D339-E2A2-C1CA-78AF29948B0D}"/>
              </a:ext>
            </a:extLst>
          </p:cNvPr>
          <p:cNvCxnSpPr/>
          <p:nvPr/>
        </p:nvCxnSpPr>
        <p:spPr>
          <a:xfrm flipH="1" flipV="1">
            <a:off x="439738" y="3840163"/>
            <a:ext cx="3556000" cy="97790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9" name="TextBox 19">
            <a:extLst>
              <a:ext uri="{FF2B5EF4-FFF2-40B4-BE49-F238E27FC236}">
                <a16:creationId xmlns:a16="http://schemas.microsoft.com/office/drawing/2014/main" id="{FF51AFCA-3382-588A-4391-E11DC8E30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675" y="4694238"/>
            <a:ext cx="2152650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10. 20~21</a:t>
            </a:r>
            <a:r>
              <a:rPr lang="ko-KR" altLang="en-US" sz="1000"/>
              <a:t>란은 행크기 </a:t>
            </a:r>
            <a:r>
              <a:rPr lang="en-US" altLang="ko-KR" sz="1000"/>
              <a:t>15</a:t>
            </a:r>
            <a:r>
              <a:rPr lang="ko-KR" altLang="en-US" sz="1000"/>
              <a:t>로 맞춘다</a:t>
            </a:r>
            <a:r>
              <a:rPr lang="en-US" altLang="ko-KR" sz="1000"/>
              <a:t>.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F54898E-33AE-48AE-573E-18169EA2E329}"/>
              </a:ext>
            </a:extLst>
          </p:cNvPr>
          <p:cNvCxnSpPr/>
          <p:nvPr/>
        </p:nvCxnSpPr>
        <p:spPr>
          <a:xfrm flipH="1" flipV="1">
            <a:off x="439738" y="4286250"/>
            <a:ext cx="1971675" cy="60801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1" name="TextBox 16">
            <a:extLst>
              <a:ext uri="{FF2B5EF4-FFF2-40B4-BE49-F238E27FC236}">
                <a16:creationId xmlns:a16="http://schemas.microsoft.com/office/drawing/2014/main" id="{EF8EC678-32DE-9867-4242-9737E4390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4902200"/>
            <a:ext cx="1620837" cy="2476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11. </a:t>
            </a:r>
            <a:r>
              <a:rPr lang="ko-KR" altLang="en-US" sz="1000"/>
              <a:t>행크기 </a:t>
            </a:r>
            <a:r>
              <a:rPr lang="en-US" altLang="ko-KR" sz="1000"/>
              <a:t>24</a:t>
            </a:r>
            <a:r>
              <a:rPr lang="ko-KR" altLang="en-US" sz="1000"/>
              <a:t>로 맞춘다</a:t>
            </a:r>
            <a:r>
              <a:rPr lang="en-US" altLang="ko-KR" sz="100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1FFBA1D3-4AA6-8300-AE6E-9D9CC789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20483" name="내용 개체 틀 3">
            <a:extLst>
              <a:ext uri="{FF2B5EF4-FFF2-40B4-BE49-F238E27FC236}">
                <a16:creationId xmlns:a16="http://schemas.microsoft.com/office/drawing/2014/main" id="{D1F102F7-1CAD-59F9-E582-BDCBD9D7C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15888"/>
            <a:ext cx="8785225" cy="6626225"/>
          </a:xfrm>
        </p:spPr>
      </p:pic>
      <p:sp>
        <p:nvSpPr>
          <p:cNvPr id="20484" name="TextBox 4">
            <a:extLst>
              <a:ext uri="{FF2B5EF4-FFF2-40B4-BE49-F238E27FC236}">
                <a16:creationId xmlns:a16="http://schemas.microsoft.com/office/drawing/2014/main" id="{6069AED9-5D98-A7CF-716E-FC2288F5B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652963"/>
            <a:ext cx="2879725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10. </a:t>
            </a:r>
            <a:r>
              <a:rPr lang="ko-KR" altLang="en-US" sz="1000"/>
              <a:t>화면에서 보듯이 </a:t>
            </a:r>
            <a:r>
              <a:rPr lang="en-US" altLang="ko-KR" sz="1000"/>
              <a:t>17</a:t>
            </a:r>
            <a:r>
              <a:rPr lang="ko-KR" altLang="en-US" sz="1000"/>
              <a:t>번 란은 행크기를 </a:t>
            </a:r>
            <a:r>
              <a:rPr lang="en-US" altLang="ko-KR" sz="1000"/>
              <a:t>24</a:t>
            </a:r>
            <a:r>
              <a:rPr lang="ko-KR" altLang="en-US" sz="1000"/>
              <a:t>로 하고</a:t>
            </a:r>
            <a:r>
              <a:rPr lang="en-US" altLang="ko-KR" sz="1000"/>
              <a:t>, </a:t>
            </a:r>
            <a:r>
              <a:rPr lang="ko-KR" altLang="en-US" sz="1000"/>
              <a:t>채우기에서 색을 그림과 같이 지정한다</a:t>
            </a:r>
            <a:r>
              <a:rPr lang="en-US" altLang="ko-KR" sz="1000"/>
              <a:t>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22FC01E-179C-EC18-95BD-819E7EB96A5F}"/>
              </a:ext>
            </a:extLst>
          </p:cNvPr>
          <p:cNvSpPr/>
          <p:nvPr/>
        </p:nvSpPr>
        <p:spPr>
          <a:xfrm>
            <a:off x="231775" y="3860800"/>
            <a:ext cx="215900" cy="2159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84208E4-54E8-CBC9-9349-60C69AFE4B2D}"/>
              </a:ext>
            </a:extLst>
          </p:cNvPr>
          <p:cNvCxnSpPr>
            <a:endCxn id="6" idx="5"/>
          </p:cNvCxnSpPr>
          <p:nvPr/>
        </p:nvCxnSpPr>
        <p:spPr>
          <a:xfrm flipH="1" flipV="1">
            <a:off x="415925" y="4044950"/>
            <a:ext cx="627063" cy="60801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366233A0-47E1-2FDB-18DB-33FFFBE58643}"/>
              </a:ext>
            </a:extLst>
          </p:cNvPr>
          <p:cNvSpPr txBox="1"/>
          <p:nvPr/>
        </p:nvSpPr>
        <p:spPr>
          <a:xfrm>
            <a:off x="5580063" y="4922838"/>
            <a:ext cx="890587" cy="260350"/>
          </a:xfrm>
          <a:prstGeom prst="rect">
            <a:avLst/>
          </a:prstGeom>
          <a:solidFill>
            <a:srgbClr val="FF000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 err="1">
                <a:latin typeface="Arial" pitchFamily="34" charset="0"/>
                <a:cs typeface="Arial" pitchFamily="34" charset="0"/>
              </a:rPr>
              <a:t>왼쪽한칸옆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05B54C2-850A-7CF0-F18F-F91F85186626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4446588" y="4330700"/>
            <a:ext cx="1133475" cy="72231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E2EE192E-E786-F491-BEE2-A6009C8E1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21507" name="내용 개체 틀 3">
            <a:extLst>
              <a:ext uri="{FF2B5EF4-FFF2-40B4-BE49-F238E27FC236}">
                <a16:creationId xmlns:a16="http://schemas.microsoft.com/office/drawing/2014/main" id="{6C9C25ED-D5C4-3E63-5F47-DE236A2CE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260350"/>
            <a:ext cx="8785225" cy="6481763"/>
          </a:xfrm>
        </p:spPr>
      </p:pic>
      <p:sp>
        <p:nvSpPr>
          <p:cNvPr id="21508" name="TextBox 4">
            <a:extLst>
              <a:ext uri="{FF2B5EF4-FFF2-40B4-BE49-F238E27FC236}">
                <a16:creationId xmlns:a16="http://schemas.microsoft.com/office/drawing/2014/main" id="{AFEDD6C5-29BA-9AFC-56B5-F3062DBF5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652963"/>
            <a:ext cx="3240087" cy="7080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12. </a:t>
            </a:r>
            <a:r>
              <a:rPr lang="ko-KR" altLang="en-US" sz="1000"/>
              <a:t>화면에서 보듯이 </a:t>
            </a:r>
            <a:r>
              <a:rPr lang="en-US" altLang="ko-KR" sz="1000"/>
              <a:t>18</a:t>
            </a:r>
            <a:r>
              <a:rPr lang="ko-KR" altLang="en-US" sz="1000"/>
              <a:t>번 란 </a:t>
            </a:r>
            <a:r>
              <a:rPr lang="en-US" altLang="ko-KR" sz="1000"/>
              <a:t>17.PART S/N</a:t>
            </a:r>
            <a:r>
              <a:rPr lang="ko-KR" altLang="en-US" sz="1000"/>
              <a:t>에 </a:t>
            </a:r>
            <a:r>
              <a:rPr lang="en-US" altLang="ko-KR" sz="1000"/>
              <a:t>2</a:t>
            </a:r>
            <a:r>
              <a:rPr lang="ko-KR" altLang="en-US" sz="1000"/>
              <a:t>칸으로 되어 있는것이 보인다</a:t>
            </a:r>
            <a:r>
              <a:rPr lang="en-US" altLang="ko-KR" sz="1000"/>
              <a:t>. </a:t>
            </a:r>
            <a:r>
              <a:rPr lang="ko-KR" altLang="en-US" sz="1000"/>
              <a:t>여기에서 셀서식 그림에서 보이듯이 오른쪽에 선을 그어주고 아래쪽으로 복사를 누른다</a:t>
            </a:r>
            <a:r>
              <a:rPr lang="en-US" altLang="ko-KR" sz="1000"/>
              <a:t>.(</a:t>
            </a:r>
            <a:r>
              <a:rPr lang="ko-KR" altLang="en-US" sz="1000"/>
              <a:t>복사 </a:t>
            </a:r>
            <a:r>
              <a:rPr lang="en-US" altLang="ko-KR" sz="1000"/>
              <a:t>: Ctrl + C, </a:t>
            </a:r>
            <a:r>
              <a:rPr lang="ko-KR" altLang="en-US" sz="1000"/>
              <a:t>붙여넣기 </a:t>
            </a:r>
            <a:r>
              <a:rPr lang="en-US" altLang="ko-KR" sz="1000"/>
              <a:t>: Ctrl</a:t>
            </a:r>
            <a:r>
              <a:rPr lang="ko-KR" altLang="en-US" sz="1000"/>
              <a:t> </a:t>
            </a:r>
            <a:r>
              <a:rPr lang="en-US" altLang="ko-KR" sz="1000"/>
              <a:t>+ V)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4DA41A4-0638-5248-5EC6-008A82E00C0B}"/>
              </a:ext>
            </a:extLst>
          </p:cNvPr>
          <p:cNvSpPr/>
          <p:nvPr/>
        </p:nvSpPr>
        <p:spPr>
          <a:xfrm>
            <a:off x="157163" y="4164013"/>
            <a:ext cx="215900" cy="2159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8011A24-D022-541C-0551-FA9E61C20AB1}"/>
              </a:ext>
            </a:extLst>
          </p:cNvPr>
          <p:cNvCxnSpPr>
            <a:endCxn id="6" idx="5"/>
          </p:cNvCxnSpPr>
          <p:nvPr/>
        </p:nvCxnSpPr>
        <p:spPr>
          <a:xfrm flipH="1" flipV="1">
            <a:off x="341313" y="4348163"/>
            <a:ext cx="558800" cy="30480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0441C704-29D0-1D51-3078-936CC703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22531" name="내용 개체 틀 3">
            <a:extLst>
              <a:ext uri="{FF2B5EF4-FFF2-40B4-BE49-F238E27FC236}">
                <a16:creationId xmlns:a16="http://schemas.microsoft.com/office/drawing/2014/main" id="{C6BB2BEB-9D6B-391B-1822-0F8ADA71F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15888"/>
            <a:ext cx="8424863" cy="6553200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4DBEA86-4910-4313-E9B5-7D6F3604FC86}"/>
              </a:ext>
            </a:extLst>
          </p:cNvPr>
          <p:cNvSpPr/>
          <p:nvPr/>
        </p:nvSpPr>
        <p:spPr>
          <a:xfrm>
            <a:off x="611188" y="5661025"/>
            <a:ext cx="1152525" cy="215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533" name="TextBox 5">
            <a:extLst>
              <a:ext uri="{FF2B5EF4-FFF2-40B4-BE49-F238E27FC236}">
                <a16:creationId xmlns:a16="http://schemas.microsoft.com/office/drawing/2014/main" id="{0FA7386F-5255-E97D-411E-04FD895FE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5522913"/>
            <a:ext cx="3240088" cy="7080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13. </a:t>
            </a:r>
            <a:r>
              <a:rPr lang="ko-KR" altLang="en-US" sz="1000"/>
              <a:t>그림에서</a:t>
            </a:r>
            <a:r>
              <a:rPr lang="en-US" altLang="ko-KR" sz="1000"/>
              <a:t> </a:t>
            </a:r>
            <a:r>
              <a:rPr lang="ko-KR" altLang="en-US" sz="1000"/>
              <a:t>보는 것과 같이 </a:t>
            </a:r>
            <a:r>
              <a:rPr lang="en-US" altLang="ko-KR" sz="1000"/>
              <a:t>18~19</a:t>
            </a:r>
            <a:r>
              <a:rPr lang="ko-KR" altLang="en-US" sz="1000"/>
              <a:t>번 란을 복사 해서 선택하여 붙여 넣기로 </a:t>
            </a:r>
            <a:r>
              <a:rPr lang="en-US" altLang="ko-KR" sz="1000"/>
              <a:t>19</a:t>
            </a:r>
            <a:r>
              <a:rPr lang="ko-KR" altLang="en-US" sz="1000"/>
              <a:t>번란 아래쪽에 붙여 넣고 내용을 지운다</a:t>
            </a:r>
            <a:r>
              <a:rPr lang="en-US" altLang="ko-KR" sz="1000"/>
              <a:t>. </a:t>
            </a:r>
            <a:r>
              <a:rPr lang="ko-KR" altLang="en-US" sz="1000"/>
              <a:t>그 후 같은 방법으로 계속 해서 빈칸을 만들어 </a:t>
            </a:r>
            <a:r>
              <a:rPr lang="en-US" altLang="ko-KR" sz="1000"/>
              <a:t>A4</a:t>
            </a:r>
            <a:r>
              <a:rPr lang="ko-KR" altLang="en-US" sz="1000"/>
              <a:t>크기 한장 정도 들어가도록 만들어준다</a:t>
            </a:r>
            <a:r>
              <a:rPr lang="en-US" altLang="ko-KR" sz="1000"/>
              <a:t>.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67BC49E-631E-EDF9-C14C-D4602560C1A1}"/>
              </a:ext>
            </a:extLst>
          </p:cNvPr>
          <p:cNvCxnSpPr>
            <a:endCxn id="5" idx="6"/>
          </p:cNvCxnSpPr>
          <p:nvPr/>
        </p:nvCxnSpPr>
        <p:spPr>
          <a:xfrm flipH="1" flipV="1">
            <a:off x="1763713" y="5768975"/>
            <a:ext cx="1008062" cy="1079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내용 개체 틀 3">
            <a:extLst>
              <a:ext uri="{FF2B5EF4-FFF2-40B4-BE49-F238E27FC236}">
                <a16:creationId xmlns:a16="http://schemas.microsoft.com/office/drawing/2014/main" id="{C022D5E0-E58B-8C4A-59C5-F40FDE065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950" y="188913"/>
            <a:ext cx="5435600" cy="6480175"/>
          </a:xfrm>
        </p:spPr>
      </p:pic>
      <p:sp>
        <p:nvSpPr>
          <p:cNvPr id="23555" name="TextBox 4">
            <a:extLst>
              <a:ext uri="{FF2B5EF4-FFF2-40B4-BE49-F238E27FC236}">
                <a16:creationId xmlns:a16="http://schemas.microsoft.com/office/drawing/2014/main" id="{260C369A-D1C3-8A17-11A4-11C67F93B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549275"/>
            <a:ext cx="3240087" cy="5540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14. </a:t>
            </a:r>
            <a:r>
              <a:rPr lang="ko-KR" altLang="en-US" sz="1000"/>
              <a:t>위에서 설명한 것 들을 모두 완성하면 지금 그림과 같은 모양의 문서가 만들어 지며</a:t>
            </a:r>
            <a:r>
              <a:rPr lang="en-US" altLang="ko-KR" sz="1000"/>
              <a:t>, </a:t>
            </a:r>
            <a:r>
              <a:rPr lang="ko-KR" altLang="en-US" sz="1000"/>
              <a:t>이것은 </a:t>
            </a:r>
            <a:r>
              <a:rPr lang="en-US" altLang="ko-KR" sz="1000"/>
              <a:t>FORM 1</a:t>
            </a:r>
            <a:r>
              <a:rPr lang="ko-KR" altLang="en-US" sz="1000"/>
              <a:t>의 완성 모습이다</a:t>
            </a:r>
            <a:r>
              <a:rPr lang="en-US" altLang="ko-KR" sz="100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116BCC0C-FD4E-F57D-3E80-107A63EE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24579" name="내용 개체 틀 3">
            <a:extLst>
              <a:ext uri="{FF2B5EF4-FFF2-40B4-BE49-F238E27FC236}">
                <a16:creationId xmlns:a16="http://schemas.microsoft.com/office/drawing/2014/main" id="{31088B12-130A-53D3-C1AB-473EA06D6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15888"/>
            <a:ext cx="8713788" cy="6626225"/>
          </a:xfr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6CAFE946-AE9D-41B3-0BE2-2D4AB0F3F13C}"/>
              </a:ext>
            </a:extLst>
          </p:cNvPr>
          <p:cNvSpPr/>
          <p:nvPr/>
        </p:nvSpPr>
        <p:spPr>
          <a:xfrm>
            <a:off x="1165225" y="6338888"/>
            <a:ext cx="360363" cy="360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581" name="TextBox 6">
            <a:extLst>
              <a:ext uri="{FF2B5EF4-FFF2-40B4-BE49-F238E27FC236}">
                <a16:creationId xmlns:a16="http://schemas.microsoft.com/office/drawing/2014/main" id="{9880ED33-4ABE-D20B-D218-C1D05CFD5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589588"/>
            <a:ext cx="3240087" cy="5540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17. ATTACHMENT TAB</a:t>
            </a:r>
            <a:r>
              <a:rPr lang="ko-KR" altLang="en-US" sz="1000"/>
              <a:t>을 누르고</a:t>
            </a:r>
            <a:r>
              <a:rPr lang="en-US" altLang="ko-KR" sz="1000"/>
              <a:t>, </a:t>
            </a:r>
            <a:r>
              <a:rPr lang="ko-KR" altLang="en-US" sz="1000"/>
              <a:t>여기 형식은 모두 행크기가 </a:t>
            </a:r>
            <a:r>
              <a:rPr lang="en-US" altLang="ko-KR" sz="1000"/>
              <a:t>21</a:t>
            </a:r>
            <a:r>
              <a:rPr lang="ko-KR" altLang="en-US" sz="1000"/>
              <a:t>이다</a:t>
            </a:r>
            <a:r>
              <a:rPr lang="en-US" altLang="ko-KR" sz="1000"/>
              <a:t>. </a:t>
            </a:r>
            <a:r>
              <a:rPr lang="ko-KR" altLang="en-US" sz="1000"/>
              <a:t>도면의 </a:t>
            </a:r>
            <a:r>
              <a:rPr lang="en-US" altLang="ko-KR" sz="1000"/>
              <a:t>REV </a:t>
            </a:r>
            <a:r>
              <a:rPr lang="ko-KR" altLang="en-US" sz="1000"/>
              <a:t>정보를 가지고 있으며</a:t>
            </a:r>
            <a:r>
              <a:rPr lang="en-US" altLang="ko-KR" sz="1000"/>
              <a:t>, </a:t>
            </a:r>
            <a:r>
              <a:rPr lang="ko-KR" altLang="en-US" sz="1000"/>
              <a:t>조립에서 필요한 도면 이외 도면은 모두 삭제 한다</a:t>
            </a:r>
            <a:r>
              <a:rPr lang="en-US" altLang="ko-KR" sz="1000"/>
              <a:t>.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C4CFC10-083D-4BF8-8729-805A853D9460}"/>
              </a:ext>
            </a:extLst>
          </p:cNvPr>
          <p:cNvCxnSpPr>
            <a:stCxn id="24581" idx="1"/>
            <a:endCxn id="6" idx="7"/>
          </p:cNvCxnSpPr>
          <p:nvPr/>
        </p:nvCxnSpPr>
        <p:spPr>
          <a:xfrm flipH="1">
            <a:off x="1473200" y="5865813"/>
            <a:ext cx="795338" cy="52546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4E31815A-0FA3-BC3C-6F10-0D427D93D3D8}"/>
              </a:ext>
            </a:extLst>
          </p:cNvPr>
          <p:cNvSpPr/>
          <p:nvPr/>
        </p:nvSpPr>
        <p:spPr>
          <a:xfrm>
            <a:off x="228600" y="3675063"/>
            <a:ext cx="215900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584" name="TextBox 11">
            <a:extLst>
              <a:ext uri="{FF2B5EF4-FFF2-40B4-BE49-F238E27FC236}">
                <a16:creationId xmlns:a16="http://schemas.microsoft.com/office/drawing/2014/main" id="{757F1D4E-73A8-E803-4AE2-07CE072C7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716338"/>
            <a:ext cx="3240087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16. </a:t>
            </a:r>
            <a:r>
              <a:rPr lang="ko-KR" altLang="en-US" sz="1000"/>
              <a:t>마지막에 한줄은 무조건 공란으로 해놓는다</a:t>
            </a:r>
            <a:r>
              <a:rPr lang="en-US" altLang="ko-KR" sz="1000"/>
              <a:t>. </a:t>
            </a:r>
            <a:r>
              <a:rPr lang="ko-KR" altLang="en-US" sz="1000"/>
              <a:t>결과물을 적을때 여기에 </a:t>
            </a:r>
            <a:r>
              <a:rPr lang="en-US" altLang="ko-KR" sz="1000"/>
              <a:t>STAMPING</a:t>
            </a:r>
            <a:r>
              <a:rPr lang="ko-KR" altLang="en-US" sz="1000"/>
              <a:t>을 한다</a:t>
            </a:r>
            <a:r>
              <a:rPr lang="en-US" altLang="ko-KR" sz="1000"/>
              <a:t>.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0EBD85C-4396-EA24-2C64-893030BAC58A}"/>
              </a:ext>
            </a:extLst>
          </p:cNvPr>
          <p:cNvCxnSpPr/>
          <p:nvPr/>
        </p:nvCxnSpPr>
        <p:spPr>
          <a:xfrm flipH="1">
            <a:off x="444500" y="3819525"/>
            <a:ext cx="3767138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B68241D-A032-AB40-31C3-5B7C99ACFC5A}"/>
              </a:ext>
            </a:extLst>
          </p:cNvPr>
          <p:cNvCxnSpPr/>
          <p:nvPr/>
        </p:nvCxnSpPr>
        <p:spPr>
          <a:xfrm>
            <a:off x="1979613" y="2565400"/>
            <a:ext cx="0" cy="125412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7" name="TextBox 20">
            <a:extLst>
              <a:ext uri="{FF2B5EF4-FFF2-40B4-BE49-F238E27FC236}">
                <a16:creationId xmlns:a16="http://schemas.microsoft.com/office/drawing/2014/main" id="{BC11058D-4F35-2471-33D1-51B6AC72C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636838"/>
            <a:ext cx="3240087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15. </a:t>
            </a:r>
            <a:r>
              <a:rPr lang="ko-KR" altLang="en-US" sz="1000"/>
              <a:t>결과물적을때 여기 </a:t>
            </a:r>
            <a:r>
              <a:rPr lang="en-US" altLang="ko-KR" sz="1000"/>
              <a:t>REV</a:t>
            </a:r>
            <a:r>
              <a:rPr lang="ko-KR" altLang="en-US" sz="1000"/>
              <a:t>란에 모두 체크 표시를 하고 마지막 란에 </a:t>
            </a:r>
            <a:r>
              <a:rPr lang="en-US" altLang="ko-KR" sz="1000"/>
              <a:t>STAMPING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8B9900B4-F9E9-52A2-5273-21B6C6D0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25603" name="내용 개체 틀 3">
            <a:extLst>
              <a:ext uri="{FF2B5EF4-FFF2-40B4-BE49-F238E27FC236}">
                <a16:creationId xmlns:a16="http://schemas.microsoft.com/office/drawing/2014/main" id="{1B4A611F-7BBF-7828-BB91-5009DA394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115888"/>
            <a:ext cx="8713787" cy="6553200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B42A0FB-CE2E-5005-8732-BCC0755411CE}"/>
              </a:ext>
            </a:extLst>
          </p:cNvPr>
          <p:cNvSpPr/>
          <p:nvPr/>
        </p:nvSpPr>
        <p:spPr>
          <a:xfrm>
            <a:off x="1476375" y="6351588"/>
            <a:ext cx="287338" cy="246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605" name="TextBox 5">
            <a:extLst>
              <a:ext uri="{FF2B5EF4-FFF2-40B4-BE49-F238E27FC236}">
                <a16:creationId xmlns:a16="http://schemas.microsoft.com/office/drawing/2014/main" id="{DC650471-650A-273B-E34D-82B9C8CD5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589588"/>
            <a:ext cx="3240087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18. FORM 2</a:t>
            </a:r>
            <a:r>
              <a:rPr lang="ko-KR" altLang="en-US" sz="1000"/>
              <a:t>는 </a:t>
            </a:r>
            <a:r>
              <a:rPr lang="en-US" altLang="ko-KR" sz="1000"/>
              <a:t>MATERIAL </a:t>
            </a:r>
            <a:r>
              <a:rPr lang="ko-KR" altLang="en-US" sz="1000"/>
              <a:t>자재에 관한 정보가 나오는 곳이다</a:t>
            </a:r>
            <a:r>
              <a:rPr lang="en-US" altLang="ko-KR" sz="1000"/>
              <a:t>.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2A18D35-6A28-070E-6886-4EC3CA8BB783}"/>
              </a:ext>
            </a:extLst>
          </p:cNvPr>
          <p:cNvCxnSpPr/>
          <p:nvPr/>
        </p:nvCxnSpPr>
        <p:spPr>
          <a:xfrm flipH="1">
            <a:off x="1692275" y="5865813"/>
            <a:ext cx="576263" cy="48577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E55CE268-5362-76A5-5021-316B4BC2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26627" name="내용 개체 틀 3">
            <a:extLst>
              <a:ext uri="{FF2B5EF4-FFF2-40B4-BE49-F238E27FC236}">
                <a16:creationId xmlns:a16="http://schemas.microsoft.com/office/drawing/2014/main" id="{C84AB4AB-75EB-ED46-2C12-E8C4ACCD0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950" y="115888"/>
            <a:ext cx="6048375" cy="6192837"/>
          </a:xfrm>
        </p:spPr>
      </p:pic>
      <p:sp>
        <p:nvSpPr>
          <p:cNvPr id="26628" name="TextBox 4">
            <a:extLst>
              <a:ext uri="{FF2B5EF4-FFF2-40B4-BE49-F238E27FC236}">
                <a16:creationId xmlns:a16="http://schemas.microsoft.com/office/drawing/2014/main" id="{5D686A57-A6FC-C005-95C0-07C61C3EC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589588"/>
            <a:ext cx="3240087" cy="5540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19. </a:t>
            </a:r>
            <a:r>
              <a:rPr lang="ko-KR" altLang="en-US" sz="1000"/>
              <a:t>위 그림에서 보듯이 마우스로 잡고 셀서식</a:t>
            </a:r>
            <a:r>
              <a:rPr lang="en-US" altLang="ko-KR" sz="1000"/>
              <a:t>-</a:t>
            </a:r>
            <a:r>
              <a:rPr lang="ko-KR" altLang="en-US" sz="1000"/>
              <a:t>맞춤</a:t>
            </a:r>
            <a:r>
              <a:rPr lang="en-US" altLang="ko-KR" sz="1000"/>
              <a:t>-</a:t>
            </a:r>
            <a:r>
              <a:rPr lang="ko-KR" altLang="en-US" sz="1000"/>
              <a:t>가로</a:t>
            </a:r>
            <a:r>
              <a:rPr lang="en-US" altLang="ko-KR" sz="1000"/>
              <a:t>-</a:t>
            </a:r>
            <a:r>
              <a:rPr lang="ko-KR" altLang="en-US" sz="1000"/>
              <a:t>왼쪽</a:t>
            </a:r>
            <a:r>
              <a:rPr lang="en-US" altLang="ko-KR" sz="1000"/>
              <a:t>(</a:t>
            </a:r>
            <a:r>
              <a:rPr lang="ko-KR" altLang="en-US" sz="1000"/>
              <a:t>들여쓰기</a:t>
            </a:r>
            <a:r>
              <a:rPr lang="en-US" altLang="ko-KR" sz="1000"/>
              <a:t>)-</a:t>
            </a:r>
            <a:r>
              <a:rPr lang="ko-KR" altLang="en-US" sz="1000"/>
              <a:t>텍스트 줄 바꿈</a:t>
            </a:r>
            <a:r>
              <a:rPr lang="en-US" altLang="ko-KR" sz="1000"/>
              <a:t>(</a:t>
            </a:r>
            <a:r>
              <a:rPr lang="ko-KR" altLang="en-US" sz="1000"/>
              <a:t>체크</a:t>
            </a:r>
            <a:r>
              <a:rPr lang="en-US" altLang="ko-KR" sz="1000"/>
              <a:t>)</a:t>
            </a:r>
            <a:r>
              <a:rPr lang="ko-KR" altLang="en-US" sz="1000"/>
              <a:t>형식으로 한다</a:t>
            </a:r>
            <a:r>
              <a:rPr lang="en-US" altLang="ko-KR" sz="1000"/>
              <a:t>.(</a:t>
            </a:r>
            <a:r>
              <a:rPr lang="ko-KR" altLang="en-US" sz="1000"/>
              <a:t>모두 완성하면 오른쪽 과 같이 된다</a:t>
            </a:r>
            <a:r>
              <a:rPr lang="en-US" altLang="ko-KR" sz="1000"/>
              <a:t>.)</a:t>
            </a:r>
          </a:p>
        </p:txBody>
      </p:sp>
      <p:pic>
        <p:nvPicPr>
          <p:cNvPr id="26629" name="그림 6">
            <a:extLst>
              <a:ext uri="{FF2B5EF4-FFF2-40B4-BE49-F238E27FC236}">
                <a16:creationId xmlns:a16="http://schemas.microsoft.com/office/drawing/2014/main" id="{0FBE6C69-058C-EA2C-777B-85301B8F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63" y="836613"/>
            <a:ext cx="389890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오른쪽 화살표 8">
            <a:extLst>
              <a:ext uri="{FF2B5EF4-FFF2-40B4-BE49-F238E27FC236}">
                <a16:creationId xmlns:a16="http://schemas.microsoft.com/office/drawing/2014/main" id="{8D185153-2C56-D9EF-C34B-19E46CAEA759}"/>
              </a:ext>
            </a:extLst>
          </p:cNvPr>
          <p:cNvSpPr/>
          <p:nvPr/>
        </p:nvSpPr>
        <p:spPr>
          <a:xfrm>
            <a:off x="4140200" y="3429000"/>
            <a:ext cx="792163" cy="3603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B1E33B97-5CAF-1F04-52AF-5712AD82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ko-KR" altLang="en-US"/>
          </a:p>
        </p:txBody>
      </p:sp>
      <p:pic>
        <p:nvPicPr>
          <p:cNvPr id="27651" name="내용 개체 틀 3">
            <a:extLst>
              <a:ext uri="{FF2B5EF4-FFF2-40B4-BE49-F238E27FC236}">
                <a16:creationId xmlns:a16="http://schemas.microsoft.com/office/drawing/2014/main" id="{9CEF2B33-1D4E-9BB3-1EF6-B54E99213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15888"/>
            <a:ext cx="8642350" cy="6553200"/>
          </a:xfrm>
        </p:spPr>
      </p:pic>
      <p:sp>
        <p:nvSpPr>
          <p:cNvPr id="27652" name="TextBox 4">
            <a:extLst>
              <a:ext uri="{FF2B5EF4-FFF2-40B4-BE49-F238E27FC236}">
                <a16:creationId xmlns:a16="http://schemas.microsoft.com/office/drawing/2014/main" id="{80BC80D3-C4F8-2B23-97F1-81C843763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060575"/>
            <a:ext cx="2952750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/>
              <a:t>알루미늄 자재를 뜻하는 것으로 삭제해야 한다</a:t>
            </a:r>
            <a:r>
              <a:rPr lang="en-US" altLang="ko-KR" sz="1000"/>
              <a:t>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0CDB868-4CB0-EE0C-041D-733F77504235}"/>
              </a:ext>
            </a:extLst>
          </p:cNvPr>
          <p:cNvSpPr/>
          <p:nvPr/>
        </p:nvSpPr>
        <p:spPr>
          <a:xfrm>
            <a:off x="452438" y="1931988"/>
            <a:ext cx="1239837" cy="5032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F43BCF9-98BE-4188-A845-A5F14BAE8244}"/>
              </a:ext>
            </a:extLst>
          </p:cNvPr>
          <p:cNvCxnSpPr/>
          <p:nvPr/>
        </p:nvCxnSpPr>
        <p:spPr>
          <a:xfrm flipH="1">
            <a:off x="1703388" y="2184400"/>
            <a:ext cx="1931987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A9AE4DFF-7073-B445-482A-B9D4C44940EA}"/>
              </a:ext>
            </a:extLst>
          </p:cNvPr>
          <p:cNvSpPr/>
          <p:nvPr/>
        </p:nvSpPr>
        <p:spPr>
          <a:xfrm>
            <a:off x="250825" y="2349500"/>
            <a:ext cx="217488" cy="2873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0765C6D-022D-9BF6-9CF3-7CB360D8F9A8}"/>
              </a:ext>
            </a:extLst>
          </p:cNvPr>
          <p:cNvCxnSpPr/>
          <p:nvPr/>
        </p:nvCxnSpPr>
        <p:spPr>
          <a:xfrm flipH="1" flipV="1">
            <a:off x="452438" y="2492375"/>
            <a:ext cx="5272087" cy="86518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7" name="TextBox 12">
            <a:extLst>
              <a:ext uri="{FF2B5EF4-FFF2-40B4-BE49-F238E27FC236}">
                <a16:creationId xmlns:a16="http://schemas.microsoft.com/office/drawing/2014/main" id="{19FD35E6-88E1-6F63-3D9C-6185D66AB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233738"/>
            <a:ext cx="3154363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/>
              <a:t>기본적으로 행의 크기가 작은 것은 </a:t>
            </a:r>
            <a:r>
              <a:rPr lang="en-US" altLang="ko-KR" sz="1000"/>
              <a:t>24</a:t>
            </a:r>
            <a:r>
              <a:rPr lang="ko-KR" altLang="en-US" sz="1000"/>
              <a:t>로 맞춘다</a:t>
            </a:r>
            <a:r>
              <a:rPr lang="en-US" altLang="ko-KR" sz="1000"/>
              <a:t>.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CF926EC-2DEE-F56A-B7CA-7AACF371A076}"/>
              </a:ext>
            </a:extLst>
          </p:cNvPr>
          <p:cNvSpPr/>
          <p:nvPr/>
        </p:nvSpPr>
        <p:spPr>
          <a:xfrm>
            <a:off x="452438" y="3233738"/>
            <a:ext cx="1743075" cy="4111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F68BBFE-DEEB-B6CA-3F8C-C3D9DE80BC1D}"/>
              </a:ext>
            </a:extLst>
          </p:cNvPr>
          <p:cNvCxnSpPr/>
          <p:nvPr/>
        </p:nvCxnSpPr>
        <p:spPr>
          <a:xfrm flipH="1" flipV="1">
            <a:off x="2195513" y="3479800"/>
            <a:ext cx="2132012" cy="38100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60" name="TextBox 17">
            <a:extLst>
              <a:ext uri="{FF2B5EF4-FFF2-40B4-BE49-F238E27FC236}">
                <a16:creationId xmlns:a16="http://schemas.microsoft.com/office/drawing/2014/main" id="{0057CDB7-9E32-9518-798C-B9A6B465D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525" y="3789363"/>
            <a:ext cx="3197225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2</a:t>
            </a:r>
            <a:r>
              <a:rPr lang="ko-KR" altLang="en-US" sz="1000"/>
              <a:t>칸을 합치고 왼쪽들여쓰기를 한다</a:t>
            </a:r>
            <a:r>
              <a:rPr lang="en-US" altLang="ko-KR" sz="1000"/>
              <a:t>.(</a:t>
            </a:r>
            <a:r>
              <a:rPr lang="ko-KR" altLang="en-US" sz="1000"/>
              <a:t>모든칸에 적용</a:t>
            </a:r>
            <a:r>
              <a:rPr lang="en-US" altLang="ko-KR" sz="1000"/>
              <a:t>)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1455630-3412-FBEC-5506-967B80801E80}"/>
              </a:ext>
            </a:extLst>
          </p:cNvPr>
          <p:cNvSpPr/>
          <p:nvPr/>
        </p:nvSpPr>
        <p:spPr>
          <a:xfrm>
            <a:off x="452438" y="4221163"/>
            <a:ext cx="1455737" cy="5032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EC85979-3BA8-2CBC-5D40-E122578BBC14}"/>
              </a:ext>
            </a:extLst>
          </p:cNvPr>
          <p:cNvCxnSpPr/>
          <p:nvPr/>
        </p:nvCxnSpPr>
        <p:spPr>
          <a:xfrm flipH="1">
            <a:off x="1889125" y="4473575"/>
            <a:ext cx="1933575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63" name="TextBox 21">
            <a:extLst>
              <a:ext uri="{FF2B5EF4-FFF2-40B4-BE49-F238E27FC236}">
                <a16:creationId xmlns:a16="http://schemas.microsoft.com/office/drawing/2014/main" id="{18B7D15F-7E91-47A7-3F82-76E6C0DC1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988" y="4349750"/>
            <a:ext cx="2952750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/>
              <a:t>붕산 표면 아노다이징으로 가공에서 하는 작업 스펙이므로 조립에서는 무조건 삭제한다</a:t>
            </a:r>
            <a:r>
              <a:rPr lang="en-US" altLang="ko-KR" sz="1000"/>
              <a:t>.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CC518C9-2C87-5755-0666-E8B45D5E4704}"/>
              </a:ext>
            </a:extLst>
          </p:cNvPr>
          <p:cNvSpPr/>
          <p:nvPr/>
        </p:nvSpPr>
        <p:spPr>
          <a:xfrm>
            <a:off x="112713" y="5387975"/>
            <a:ext cx="574675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890F63C-5F6A-06CE-173E-DE7D618E1936}"/>
              </a:ext>
            </a:extLst>
          </p:cNvPr>
          <p:cNvCxnSpPr/>
          <p:nvPr/>
        </p:nvCxnSpPr>
        <p:spPr>
          <a:xfrm flipH="1">
            <a:off x="687388" y="5949950"/>
            <a:ext cx="266065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66" name="TextBox 25">
            <a:extLst>
              <a:ext uri="{FF2B5EF4-FFF2-40B4-BE49-F238E27FC236}">
                <a16:creationId xmlns:a16="http://schemas.microsoft.com/office/drawing/2014/main" id="{8AD59FF9-F2C3-FEB9-011E-A87CF0632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5805488"/>
            <a:ext cx="1965325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/>
              <a:t>행높이 모두 크기 </a:t>
            </a:r>
            <a:r>
              <a:rPr lang="en-US" altLang="ko-KR" sz="1000"/>
              <a:t>24</a:t>
            </a:r>
            <a:r>
              <a:rPr lang="ko-KR" altLang="en-US" sz="1000"/>
              <a:t>로 한다</a:t>
            </a:r>
            <a:r>
              <a:rPr lang="en-US" altLang="ko-KR" sz="100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내용 개체 틀 3">
            <a:extLst>
              <a:ext uri="{FF2B5EF4-FFF2-40B4-BE49-F238E27FC236}">
                <a16:creationId xmlns:a16="http://schemas.microsoft.com/office/drawing/2014/main" id="{51C5D188-652B-77A6-C6DE-229547A2C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260350"/>
            <a:ext cx="5705475" cy="6337300"/>
          </a:xfrm>
        </p:spPr>
      </p:pic>
      <p:sp>
        <p:nvSpPr>
          <p:cNvPr id="28675" name="TextBox 4">
            <a:extLst>
              <a:ext uri="{FF2B5EF4-FFF2-40B4-BE49-F238E27FC236}">
                <a16:creationId xmlns:a16="http://schemas.microsoft.com/office/drawing/2014/main" id="{D10EEFB4-E0B0-0563-E189-507FC95A6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620713"/>
            <a:ext cx="1368425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FORM 2 </a:t>
            </a:r>
            <a:r>
              <a:rPr lang="ko-KR" altLang="en-US" sz="1000"/>
              <a:t>완성본 </a:t>
            </a:r>
            <a:endParaRPr lang="en-US" altLang="ko-KR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그림 3">
            <a:extLst>
              <a:ext uri="{FF2B5EF4-FFF2-40B4-BE49-F238E27FC236}">
                <a16:creationId xmlns:a16="http://schemas.microsoft.com/office/drawing/2014/main" id="{B426E545-4CE2-5A0A-778E-558284879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613"/>
            <a:ext cx="9144000" cy="568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BF6E687-73DC-B4FB-FE7B-4501DEE1A925}"/>
              </a:ext>
            </a:extLst>
          </p:cNvPr>
          <p:cNvSpPr/>
          <p:nvPr/>
        </p:nvSpPr>
        <p:spPr>
          <a:xfrm>
            <a:off x="6516688" y="1628775"/>
            <a:ext cx="1238250" cy="2879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700" name="TextBox 5">
            <a:extLst>
              <a:ext uri="{FF2B5EF4-FFF2-40B4-BE49-F238E27FC236}">
                <a16:creationId xmlns:a16="http://schemas.microsoft.com/office/drawing/2014/main" id="{7DC114BD-082F-6033-8FD4-524412309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4868863"/>
            <a:ext cx="2952750" cy="5540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CA626Z3190-43.asc </a:t>
            </a:r>
            <a:r>
              <a:rPr lang="ko-KR" altLang="en-US" sz="1000"/>
              <a:t>파일을 열어보면 동그라미친 부분에 글 대신 </a:t>
            </a:r>
            <a:r>
              <a:rPr lang="en-US" altLang="ko-KR" sz="1000"/>
              <a:t>---</a:t>
            </a:r>
            <a:r>
              <a:rPr lang="ko-KR" altLang="en-US" sz="1000"/>
              <a:t>으로 되어있는 것을 알 수 있다</a:t>
            </a:r>
            <a:r>
              <a:rPr lang="en-US" altLang="ko-KR" sz="1000"/>
              <a:t>. </a:t>
            </a:r>
            <a:r>
              <a:rPr lang="ko-KR" altLang="en-US" sz="1000"/>
              <a:t>이것은 </a:t>
            </a:r>
            <a:r>
              <a:rPr lang="en-US" altLang="ko-KR" sz="1000"/>
              <a:t>UPDATE</a:t>
            </a:r>
            <a:r>
              <a:rPr lang="ko-KR" altLang="en-US" sz="1000"/>
              <a:t>가 필요한 </a:t>
            </a:r>
            <a:r>
              <a:rPr lang="en-US" altLang="ko-KR" sz="1000"/>
              <a:t>IP</a:t>
            </a:r>
            <a:r>
              <a:rPr lang="ko-KR" altLang="en-US" sz="1000"/>
              <a:t>이다</a:t>
            </a:r>
            <a:r>
              <a:rPr lang="en-US" altLang="ko-KR" sz="1000"/>
              <a:t>.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FC53F68-D635-3F31-6639-D2F43D19443A}"/>
              </a:ext>
            </a:extLst>
          </p:cNvPr>
          <p:cNvCxnSpPr/>
          <p:nvPr/>
        </p:nvCxnSpPr>
        <p:spPr>
          <a:xfrm flipV="1">
            <a:off x="7019925" y="4508500"/>
            <a:ext cx="50800" cy="36036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EACE076F-C1E9-66AE-EC87-058AFA6F6E85}"/>
              </a:ext>
            </a:extLst>
          </p:cNvPr>
          <p:cNvSpPr/>
          <p:nvPr/>
        </p:nvSpPr>
        <p:spPr>
          <a:xfrm>
            <a:off x="1266825" y="4125913"/>
            <a:ext cx="865188" cy="311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17D6B04-91A3-3B29-AF27-B5C89D9FDC39}"/>
              </a:ext>
            </a:extLst>
          </p:cNvPr>
          <p:cNvCxnSpPr/>
          <p:nvPr/>
        </p:nvCxnSpPr>
        <p:spPr>
          <a:xfrm flipV="1">
            <a:off x="1698625" y="4452938"/>
            <a:ext cx="50800" cy="35877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4" name="TextBox 13">
            <a:extLst>
              <a:ext uri="{FF2B5EF4-FFF2-40B4-BE49-F238E27FC236}">
                <a16:creationId xmlns:a16="http://schemas.microsoft.com/office/drawing/2014/main" id="{C2DDB8E1-A9EC-A054-385D-82526F4EE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811713"/>
            <a:ext cx="1766888" cy="2476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IP UPDATE</a:t>
            </a:r>
            <a:r>
              <a:rPr lang="ko-KR" altLang="en-US" sz="1000"/>
              <a:t>에 필요한 파일</a:t>
            </a:r>
            <a:endParaRPr lang="en-US" altLang="ko-KR" sz="1000"/>
          </a:p>
        </p:txBody>
      </p:sp>
      <p:sp>
        <p:nvSpPr>
          <p:cNvPr id="29705" name="TextBox 14">
            <a:extLst>
              <a:ext uri="{FF2B5EF4-FFF2-40B4-BE49-F238E27FC236}">
                <a16:creationId xmlns:a16="http://schemas.microsoft.com/office/drawing/2014/main" id="{257F62F0-ECB2-B6F3-B8E6-1E755F8E4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38" y="333375"/>
            <a:ext cx="3562350" cy="3222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500">
                <a:latin typeface="Arial" panose="020B0604020202020204" pitchFamily="34" charset="0"/>
                <a:cs typeface="Arial" panose="020B0604020202020204" pitchFamily="34" charset="0"/>
              </a:rPr>
              <a:t>FORM 3</a:t>
            </a:r>
            <a:r>
              <a:rPr lang="ko-KR" altLang="en-US" sz="1500">
                <a:latin typeface="Arial" panose="020B0604020202020204" pitchFamily="34" charset="0"/>
                <a:cs typeface="Arial" panose="020B0604020202020204" pitchFamily="34" charset="0"/>
              </a:rPr>
              <a:t>를 위한 사전작업</a:t>
            </a:r>
            <a:r>
              <a:rPr lang="en-US" altLang="ko-KR" sz="1500">
                <a:latin typeface="Arial" panose="020B0604020202020204" pitchFamily="34" charset="0"/>
                <a:cs typeface="Arial" panose="020B0604020202020204" pitchFamily="34" charset="0"/>
              </a:rPr>
              <a:t>(IP</a:t>
            </a:r>
            <a:r>
              <a:rPr lang="ko-KR" altLang="en-US" sz="1500">
                <a:latin typeface="Arial" panose="020B0604020202020204" pitchFamily="34" charset="0"/>
                <a:cs typeface="Arial" panose="020B0604020202020204" pitchFamily="34" charset="0"/>
              </a:rPr>
              <a:t>확인</a:t>
            </a:r>
            <a:r>
              <a:rPr lang="en-US" altLang="ko-KR" sz="15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500">
                <a:latin typeface="Arial" panose="020B0604020202020204" pitchFamily="34" charset="0"/>
                <a:cs typeface="Arial" panose="020B0604020202020204" pitchFamily="34" charset="0"/>
              </a:rPr>
              <a:t>작업</a:t>
            </a:r>
            <a:r>
              <a:rPr lang="en-US" altLang="ko-KR" sz="15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그림 3">
            <a:extLst>
              <a:ext uri="{FF2B5EF4-FFF2-40B4-BE49-F238E27FC236}">
                <a16:creationId xmlns:a16="http://schemas.microsoft.com/office/drawing/2014/main" id="{1C876275-CBAF-F4DE-7352-A8F15EBA1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613"/>
            <a:ext cx="9144000" cy="568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57567B1-E2D6-6D4F-2932-4578716C3B20}"/>
              </a:ext>
            </a:extLst>
          </p:cNvPr>
          <p:cNvSpPr/>
          <p:nvPr/>
        </p:nvSpPr>
        <p:spPr>
          <a:xfrm>
            <a:off x="4787900" y="1844675"/>
            <a:ext cx="2967038" cy="2663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A009C-4FCE-5880-517D-A65A7CE7CB84}"/>
              </a:ext>
            </a:extLst>
          </p:cNvPr>
          <p:cNvSpPr txBox="1"/>
          <p:nvPr/>
        </p:nvSpPr>
        <p:spPr>
          <a:xfrm>
            <a:off x="4859338" y="5021263"/>
            <a:ext cx="3529012" cy="400050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marL="228600" indent="-228600">
              <a:buFontTx/>
              <a:buAutoNum type="arabicPeriod"/>
              <a:defRPr/>
            </a:pPr>
            <a:r>
              <a:rPr lang="en-US" altLang="ko-KR" sz="1000" dirty="0">
                <a:latin typeface="굴림" charset="-127"/>
                <a:ea typeface="굴림" charset="-127"/>
              </a:rPr>
              <a:t>CA626Z3190-43.asc </a:t>
            </a:r>
            <a:r>
              <a:rPr lang="ko-KR" altLang="en-US" sz="1000" dirty="0">
                <a:latin typeface="굴림" charset="-127"/>
                <a:ea typeface="굴림" charset="-127"/>
              </a:rPr>
              <a:t>파일 내에서 맨 앞줄에 </a:t>
            </a:r>
            <a:r>
              <a:rPr lang="en-US" altLang="ko-KR" sz="1000" dirty="0">
                <a:latin typeface="굴림" charset="-127"/>
                <a:ea typeface="굴림" charset="-127"/>
              </a:rPr>
              <a:t>“S1”&lt;&lt;</a:t>
            </a:r>
          </a:p>
          <a:p>
            <a:pPr>
              <a:defRPr/>
            </a:pPr>
            <a:r>
              <a:rPr lang="ko-KR" altLang="en-US" sz="1000" dirty="0" err="1">
                <a:latin typeface="굴림" charset="-127"/>
                <a:ea typeface="굴림" charset="-127"/>
              </a:rPr>
              <a:t>이런식</a:t>
            </a:r>
            <a:r>
              <a:rPr lang="ko-KR" altLang="en-US" sz="1000" dirty="0">
                <a:latin typeface="굴림" charset="-127"/>
                <a:ea typeface="굴림" charset="-127"/>
              </a:rPr>
              <a:t> 으로 시작하는 줄 이외는 모두 삭제 하고 저장한다</a:t>
            </a:r>
            <a:r>
              <a:rPr lang="en-US" altLang="ko-KR" sz="1000" dirty="0">
                <a:latin typeface="굴림" charset="-127"/>
                <a:ea typeface="굴림" charset="-127"/>
              </a:rPr>
              <a:t>.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5177185-A217-5471-BB02-951E038A9F13}"/>
              </a:ext>
            </a:extLst>
          </p:cNvPr>
          <p:cNvCxnSpPr/>
          <p:nvPr/>
        </p:nvCxnSpPr>
        <p:spPr>
          <a:xfrm flipV="1">
            <a:off x="6156325" y="4508500"/>
            <a:ext cx="0" cy="48418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89634F1-91F7-9807-9E32-EB9306710D2C}"/>
              </a:ext>
            </a:extLst>
          </p:cNvPr>
          <p:cNvCxnSpPr/>
          <p:nvPr/>
        </p:nvCxnSpPr>
        <p:spPr>
          <a:xfrm flipV="1">
            <a:off x="1619250" y="4457700"/>
            <a:ext cx="0" cy="48418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1A818511-060A-9BA7-B656-BDEC08066485}"/>
              </a:ext>
            </a:extLst>
          </p:cNvPr>
          <p:cNvSpPr/>
          <p:nvPr/>
        </p:nvSpPr>
        <p:spPr>
          <a:xfrm>
            <a:off x="1266825" y="4125913"/>
            <a:ext cx="865188" cy="311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728" name="TextBox 10">
            <a:extLst>
              <a:ext uri="{FF2B5EF4-FFF2-40B4-BE49-F238E27FC236}">
                <a16:creationId xmlns:a16="http://schemas.microsoft.com/office/drawing/2014/main" id="{CB78D7AC-638F-545D-DADC-3E74481B8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983163"/>
            <a:ext cx="2089150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2. MBDPP-ALL_P.exe</a:t>
            </a:r>
            <a:r>
              <a:rPr lang="ko-KR" altLang="en-US" sz="1000"/>
              <a:t>를 실행한다</a:t>
            </a:r>
            <a:r>
              <a:rPr lang="en-US" altLang="ko-KR" sz="1000"/>
              <a:t>.</a:t>
            </a:r>
          </a:p>
        </p:txBody>
      </p:sp>
      <p:sp>
        <p:nvSpPr>
          <p:cNvPr id="12" name="오른쪽 화살표 11">
            <a:extLst>
              <a:ext uri="{FF2B5EF4-FFF2-40B4-BE49-F238E27FC236}">
                <a16:creationId xmlns:a16="http://schemas.microsoft.com/office/drawing/2014/main" id="{4AA185AB-911A-1E47-6177-6B71BB12CA71}"/>
              </a:ext>
            </a:extLst>
          </p:cNvPr>
          <p:cNvSpPr/>
          <p:nvPr/>
        </p:nvSpPr>
        <p:spPr>
          <a:xfrm rot="10800000">
            <a:off x="3635375" y="4981575"/>
            <a:ext cx="792163" cy="3603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>
            <a:extLst>
              <a:ext uri="{FF2B5EF4-FFF2-40B4-BE49-F238E27FC236}">
                <a16:creationId xmlns:a16="http://schemas.microsoft.com/office/drawing/2014/main" id="{36E2D1CE-3688-D2C4-54FB-183BD8601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836613"/>
            <a:ext cx="5543550" cy="544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47" name="TextBox 5">
            <a:extLst>
              <a:ext uri="{FF2B5EF4-FFF2-40B4-BE49-F238E27FC236}">
                <a16:creationId xmlns:a16="http://schemas.microsoft.com/office/drawing/2014/main" id="{3DF232D1-71F0-D709-DE74-C9FA2BF7C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983163"/>
            <a:ext cx="3384550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/>
              <a:t>해당 </a:t>
            </a:r>
            <a:r>
              <a:rPr lang="en-US" altLang="ko-KR" sz="1000"/>
              <a:t>IP</a:t>
            </a:r>
            <a:r>
              <a:rPr lang="ko-KR" altLang="en-US" sz="1000"/>
              <a:t>를 찾아서 보면 그림과 같이 여러 개의 파일들이 나열되어 있는것이 보인다</a:t>
            </a:r>
            <a:r>
              <a:rPr lang="en-US" altLang="ko-KR" sz="1000"/>
              <a:t>.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B9799D0-C7D5-64AD-6D2F-7CEA87C9F142}"/>
              </a:ext>
            </a:extLst>
          </p:cNvPr>
          <p:cNvCxnSpPr/>
          <p:nvPr/>
        </p:nvCxnSpPr>
        <p:spPr>
          <a:xfrm flipV="1">
            <a:off x="3203575" y="3860800"/>
            <a:ext cx="0" cy="112236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739770E9-B3DE-CA5B-9943-86B89FA5A030}"/>
              </a:ext>
            </a:extLst>
          </p:cNvPr>
          <p:cNvSpPr/>
          <p:nvPr/>
        </p:nvSpPr>
        <p:spPr>
          <a:xfrm>
            <a:off x="4859338" y="1281113"/>
            <a:ext cx="865187" cy="3095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20EC5E6-41B9-1F56-147E-EA02E613924B}"/>
              </a:ext>
            </a:extLst>
          </p:cNvPr>
          <p:cNvSpPr/>
          <p:nvPr/>
        </p:nvSpPr>
        <p:spPr>
          <a:xfrm>
            <a:off x="4886325" y="1643063"/>
            <a:ext cx="865188" cy="311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9E48885-E729-3093-DF56-2D1916AC5496}"/>
              </a:ext>
            </a:extLst>
          </p:cNvPr>
          <p:cNvSpPr/>
          <p:nvPr/>
        </p:nvSpPr>
        <p:spPr>
          <a:xfrm>
            <a:off x="2187575" y="1568450"/>
            <a:ext cx="1008063" cy="2079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BB05D39-8D1A-3DD7-4519-1CAE9BF749C8}"/>
              </a:ext>
            </a:extLst>
          </p:cNvPr>
          <p:cNvCxnSpPr>
            <a:stCxn id="31753" idx="1"/>
          </p:cNvCxnSpPr>
          <p:nvPr/>
        </p:nvCxnSpPr>
        <p:spPr>
          <a:xfrm flipH="1">
            <a:off x="3195638" y="1697038"/>
            <a:ext cx="439737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3" name="TextBox 17">
            <a:extLst>
              <a:ext uri="{FF2B5EF4-FFF2-40B4-BE49-F238E27FC236}">
                <a16:creationId xmlns:a16="http://schemas.microsoft.com/office/drawing/2014/main" id="{A8AFC755-3835-C0C3-99C9-17B66EF27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1573213"/>
            <a:ext cx="1152525" cy="2476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/>
              <a:t>이 파일을 지정 </a:t>
            </a:r>
            <a:endParaRPr lang="en-US" altLang="ko-KR" sz="100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3D21D63-9CA4-5B65-9B87-047168B287A0}"/>
              </a:ext>
            </a:extLst>
          </p:cNvPr>
          <p:cNvCxnSpPr/>
          <p:nvPr/>
        </p:nvCxnSpPr>
        <p:spPr>
          <a:xfrm flipH="1">
            <a:off x="5751513" y="1436688"/>
            <a:ext cx="439737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9711265-AD46-FD93-01C3-10972CBDBF31}"/>
              </a:ext>
            </a:extLst>
          </p:cNvPr>
          <p:cNvCxnSpPr/>
          <p:nvPr/>
        </p:nvCxnSpPr>
        <p:spPr>
          <a:xfrm flipH="1">
            <a:off x="5795963" y="1773238"/>
            <a:ext cx="439737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6" name="TextBox 24">
            <a:extLst>
              <a:ext uri="{FF2B5EF4-FFF2-40B4-BE49-F238E27FC236}">
                <a16:creationId xmlns:a16="http://schemas.microsoft.com/office/drawing/2014/main" id="{D12F94CC-82CB-D47E-71AE-E8AC5E5B9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1413" y="1311275"/>
            <a:ext cx="2598737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KAL</a:t>
            </a:r>
            <a:r>
              <a:rPr lang="ko-KR" altLang="en-US" sz="1000"/>
              <a:t>이외 협력업체에서 만든 </a:t>
            </a:r>
            <a:r>
              <a:rPr lang="en-US" altLang="ko-KR" sz="1000"/>
              <a:t>IP UPDATE</a:t>
            </a:r>
            <a:r>
              <a:rPr lang="ko-KR" altLang="en-US" sz="1000"/>
              <a:t>용 </a:t>
            </a:r>
            <a:endParaRPr lang="en-US" altLang="ko-KR" sz="1000"/>
          </a:p>
        </p:txBody>
      </p:sp>
      <p:sp>
        <p:nvSpPr>
          <p:cNvPr id="31757" name="TextBox 25">
            <a:extLst>
              <a:ext uri="{FF2B5EF4-FFF2-40B4-BE49-F238E27FC236}">
                <a16:creationId xmlns:a16="http://schemas.microsoft.com/office/drawing/2014/main" id="{C57DBCBC-0394-FDE5-6F44-8CF909A8F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670050"/>
            <a:ext cx="2808287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KAL</a:t>
            </a:r>
            <a:r>
              <a:rPr lang="ko-KR" altLang="en-US" sz="1000"/>
              <a:t>에서 만든 </a:t>
            </a:r>
            <a:r>
              <a:rPr lang="en-US" altLang="ko-KR" sz="1000"/>
              <a:t>IP UPDATE</a:t>
            </a:r>
            <a:r>
              <a:rPr lang="ko-KR" altLang="en-US" sz="1000"/>
              <a:t>용</a:t>
            </a:r>
            <a:endParaRPr lang="en-US" altLang="ko-KR" sz="1000"/>
          </a:p>
          <a:p>
            <a:pPr eaLnBrk="1" hangingPunct="1"/>
            <a:r>
              <a:rPr lang="en-US" altLang="ko-KR" sz="1000"/>
              <a:t>(</a:t>
            </a:r>
            <a:r>
              <a:rPr lang="ko-KR" altLang="en-US" sz="1000"/>
              <a:t>이 </a:t>
            </a:r>
            <a:r>
              <a:rPr lang="en-US" altLang="ko-KR" sz="1000"/>
              <a:t>IP</a:t>
            </a:r>
            <a:r>
              <a:rPr lang="ko-KR" altLang="en-US" sz="1000"/>
              <a:t>는 </a:t>
            </a:r>
            <a:r>
              <a:rPr lang="en-US" altLang="ko-KR" sz="1000"/>
              <a:t>KAL</a:t>
            </a:r>
            <a:r>
              <a:rPr lang="ko-KR" altLang="en-US" sz="1000"/>
              <a:t>에서 제공 받았으므로 여기 적용</a:t>
            </a:r>
            <a:r>
              <a:rPr lang="en-US" altLang="ko-KR" sz="1000"/>
              <a:t>)</a:t>
            </a:r>
            <a:r>
              <a:rPr lang="ko-KR" altLang="en-US" sz="1000"/>
              <a:t> </a:t>
            </a:r>
            <a:endParaRPr lang="en-US" altLang="ko-KR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그림 3">
            <a:extLst>
              <a:ext uri="{FF2B5EF4-FFF2-40B4-BE49-F238E27FC236}">
                <a16:creationId xmlns:a16="http://schemas.microsoft.com/office/drawing/2014/main" id="{FC433CD2-3099-7FAE-3F8A-4063DCC74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92150"/>
            <a:ext cx="7315200" cy="584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Box 4">
            <a:extLst>
              <a:ext uri="{FF2B5EF4-FFF2-40B4-BE49-F238E27FC236}">
                <a16:creationId xmlns:a16="http://schemas.microsoft.com/office/drawing/2014/main" id="{9E180563-2587-C52A-2C87-3AB7AEDF2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6237288"/>
            <a:ext cx="2160588" cy="2778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/>
              <a:t>MBD NOTE</a:t>
            </a:r>
            <a:r>
              <a:rPr lang="ko-KR" altLang="en-US" sz="1200"/>
              <a:t>를 실행한 모습</a:t>
            </a:r>
            <a:endParaRPr lang="en-US" altLang="ko-KR" sz="120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C77C2A4-FB82-0C36-5DEB-8CD2C2A1FA6B}"/>
              </a:ext>
            </a:extLst>
          </p:cNvPr>
          <p:cNvSpPr/>
          <p:nvPr/>
        </p:nvSpPr>
        <p:spPr>
          <a:xfrm>
            <a:off x="5003800" y="2686050"/>
            <a:ext cx="863600" cy="311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8916BFB-54CD-68B6-3AFE-DBCA77E2818A}"/>
              </a:ext>
            </a:extLst>
          </p:cNvPr>
          <p:cNvSpPr/>
          <p:nvPr/>
        </p:nvSpPr>
        <p:spPr>
          <a:xfrm>
            <a:off x="5003800" y="3046413"/>
            <a:ext cx="863600" cy="311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8D44DB7-5680-A033-3633-8967FC46E280}"/>
              </a:ext>
            </a:extLst>
          </p:cNvPr>
          <p:cNvSpPr/>
          <p:nvPr/>
        </p:nvSpPr>
        <p:spPr>
          <a:xfrm>
            <a:off x="5003800" y="3478213"/>
            <a:ext cx="863600" cy="311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B5E73C9-0821-E8B9-DBB1-238EDC8169D9}"/>
              </a:ext>
            </a:extLst>
          </p:cNvPr>
          <p:cNvCxnSpPr/>
          <p:nvPr/>
        </p:nvCxnSpPr>
        <p:spPr>
          <a:xfrm flipH="1">
            <a:off x="6443663" y="3209925"/>
            <a:ext cx="439737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6" name="TextBox 9">
            <a:extLst>
              <a:ext uri="{FF2B5EF4-FFF2-40B4-BE49-F238E27FC236}">
                <a16:creationId xmlns:a16="http://schemas.microsoft.com/office/drawing/2014/main" id="{2DB82E16-4A15-2CE0-8406-738FC7016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670050"/>
            <a:ext cx="2808287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KAL</a:t>
            </a:r>
            <a:r>
              <a:rPr lang="ko-KR" altLang="en-US" sz="1000"/>
              <a:t>에서 만든 </a:t>
            </a:r>
            <a:r>
              <a:rPr lang="en-US" altLang="ko-KR" sz="1000"/>
              <a:t>IP UPDATE</a:t>
            </a:r>
            <a:r>
              <a:rPr lang="ko-KR" altLang="en-US" sz="1000"/>
              <a:t>용</a:t>
            </a:r>
            <a:endParaRPr lang="en-US" altLang="ko-KR" sz="1000"/>
          </a:p>
          <a:p>
            <a:pPr eaLnBrk="1" hangingPunct="1"/>
            <a:r>
              <a:rPr lang="en-US" altLang="ko-KR" sz="1000"/>
              <a:t>(</a:t>
            </a:r>
            <a:r>
              <a:rPr lang="ko-KR" altLang="en-US" sz="1000"/>
              <a:t>이 </a:t>
            </a:r>
            <a:r>
              <a:rPr lang="en-US" altLang="ko-KR" sz="1000"/>
              <a:t>IP</a:t>
            </a:r>
            <a:r>
              <a:rPr lang="ko-KR" altLang="en-US" sz="1000"/>
              <a:t>는 </a:t>
            </a:r>
            <a:r>
              <a:rPr lang="en-US" altLang="ko-KR" sz="1000"/>
              <a:t>KAL</a:t>
            </a:r>
            <a:r>
              <a:rPr lang="ko-KR" altLang="en-US" sz="1000"/>
              <a:t>에서 제공 받았으므로 여기 적용</a:t>
            </a:r>
            <a:r>
              <a:rPr lang="en-US" altLang="ko-KR" sz="1000"/>
              <a:t>)</a:t>
            </a:r>
            <a:r>
              <a:rPr lang="ko-KR" altLang="en-US" sz="1000"/>
              <a:t> </a:t>
            </a:r>
            <a:endParaRPr lang="en-US" altLang="ko-KR" sz="1000"/>
          </a:p>
        </p:txBody>
      </p:sp>
      <p:sp>
        <p:nvSpPr>
          <p:cNvPr id="32777" name="TextBox 10">
            <a:extLst>
              <a:ext uri="{FF2B5EF4-FFF2-40B4-BE49-F238E27FC236}">
                <a16:creationId xmlns:a16="http://schemas.microsoft.com/office/drawing/2014/main" id="{0D578437-7442-2017-B51E-537F40160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1531938"/>
            <a:ext cx="290513" cy="2778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/>
              <a:t>①</a:t>
            </a:r>
            <a:endParaRPr lang="en-US" altLang="ko-KR" sz="1200"/>
          </a:p>
        </p:txBody>
      </p:sp>
      <p:sp>
        <p:nvSpPr>
          <p:cNvPr id="32778" name="TextBox 11">
            <a:extLst>
              <a:ext uri="{FF2B5EF4-FFF2-40B4-BE49-F238E27FC236}">
                <a16:creationId xmlns:a16="http://schemas.microsoft.com/office/drawing/2014/main" id="{1C8A183F-B5C2-0972-CA41-BB3F39950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2719388"/>
            <a:ext cx="290513" cy="2778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/>
              <a:t>②</a:t>
            </a:r>
            <a:endParaRPr lang="en-US" altLang="ko-KR" sz="1200"/>
          </a:p>
        </p:txBody>
      </p:sp>
      <p:sp>
        <p:nvSpPr>
          <p:cNvPr id="32779" name="TextBox 12">
            <a:extLst>
              <a:ext uri="{FF2B5EF4-FFF2-40B4-BE49-F238E27FC236}">
                <a16:creationId xmlns:a16="http://schemas.microsoft.com/office/drawing/2014/main" id="{955A0AD1-6586-6224-73D9-9CE656224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3079750"/>
            <a:ext cx="290513" cy="2778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/>
              <a:t>③</a:t>
            </a:r>
            <a:endParaRPr lang="en-US" altLang="ko-KR" sz="1200"/>
          </a:p>
        </p:txBody>
      </p:sp>
      <p:sp>
        <p:nvSpPr>
          <p:cNvPr id="32780" name="TextBox 13">
            <a:extLst>
              <a:ext uri="{FF2B5EF4-FFF2-40B4-BE49-F238E27FC236}">
                <a16:creationId xmlns:a16="http://schemas.microsoft.com/office/drawing/2014/main" id="{3B28F44E-DEE0-BCA8-066E-714B85599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3478213"/>
            <a:ext cx="290513" cy="2778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/>
              <a:t>④</a:t>
            </a:r>
            <a:endParaRPr lang="en-US" altLang="ko-KR" sz="1200"/>
          </a:p>
        </p:txBody>
      </p:sp>
      <p:sp>
        <p:nvSpPr>
          <p:cNvPr id="32781" name="TextBox 14">
            <a:extLst>
              <a:ext uri="{FF2B5EF4-FFF2-40B4-BE49-F238E27FC236}">
                <a16:creationId xmlns:a16="http://schemas.microsoft.com/office/drawing/2014/main" id="{35BE4CAD-D5DC-8B4B-802F-9F85F04FB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388" y="3079750"/>
            <a:ext cx="1549400" cy="2778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/>
              <a:t>번호 순서대로 실행</a:t>
            </a:r>
            <a:endParaRPr lang="en-US" altLang="ko-KR"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>
            <a:extLst>
              <a:ext uri="{FF2B5EF4-FFF2-40B4-BE49-F238E27FC236}">
                <a16:creationId xmlns:a16="http://schemas.microsoft.com/office/drawing/2014/main" id="{5FEF4B46-EB38-7E9A-D4C1-A1E3CA7F4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765175"/>
            <a:ext cx="8534400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6327AE2-6405-E8CC-BE20-F37F12BDB9DB}"/>
              </a:ext>
            </a:extLst>
          </p:cNvPr>
          <p:cNvSpPr/>
          <p:nvPr/>
        </p:nvSpPr>
        <p:spPr>
          <a:xfrm>
            <a:off x="8266113" y="3117850"/>
            <a:ext cx="504825" cy="311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3796" name="TextBox 5">
            <a:extLst>
              <a:ext uri="{FF2B5EF4-FFF2-40B4-BE49-F238E27FC236}">
                <a16:creationId xmlns:a16="http://schemas.microsoft.com/office/drawing/2014/main" id="{B5A2E7C8-A971-AAB7-D59F-949D11A08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373563"/>
            <a:ext cx="3887788" cy="4619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200"/>
              <a:t>그림과 같은 대화창이 뜨면 </a:t>
            </a:r>
            <a:r>
              <a:rPr lang="en-US" altLang="ko-KR" sz="1200"/>
              <a:t>N</a:t>
            </a:r>
            <a:r>
              <a:rPr lang="ko-KR" altLang="en-US" sz="1200"/>
              <a:t>을 누르고 </a:t>
            </a:r>
            <a:r>
              <a:rPr lang="en-US" altLang="ko-KR" sz="1200"/>
              <a:t>OK</a:t>
            </a:r>
            <a:r>
              <a:rPr lang="ko-KR" altLang="en-US" sz="1200"/>
              <a:t>를 누른다</a:t>
            </a:r>
            <a:r>
              <a:rPr lang="en-US" altLang="ko-KR" sz="1200"/>
              <a:t>.</a:t>
            </a:r>
          </a:p>
          <a:p>
            <a:pPr eaLnBrk="1" hangingPunct="1"/>
            <a:r>
              <a:rPr lang="ko-KR" altLang="en-US" sz="1200"/>
              <a:t>종료를 누르면 </a:t>
            </a:r>
            <a:r>
              <a:rPr lang="en-US" altLang="ko-KR" sz="1200"/>
              <a:t>IP UPDATE</a:t>
            </a:r>
            <a:r>
              <a:rPr lang="ko-KR" altLang="en-US" sz="1200"/>
              <a:t>는 완료된다</a:t>
            </a:r>
            <a:r>
              <a:rPr lang="en-US" altLang="ko-KR" sz="120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그림 3">
            <a:extLst>
              <a:ext uri="{FF2B5EF4-FFF2-40B4-BE49-F238E27FC236}">
                <a16:creationId xmlns:a16="http://schemas.microsoft.com/office/drawing/2014/main" id="{C2028802-953A-34D6-4A66-821EB43FE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841375"/>
            <a:ext cx="8569325" cy="561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Box 4">
            <a:extLst>
              <a:ext uri="{FF2B5EF4-FFF2-40B4-BE49-F238E27FC236}">
                <a16:creationId xmlns:a16="http://schemas.microsoft.com/office/drawing/2014/main" id="{5851B16B-8D77-E244-ED2D-904D24C66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038" y="333375"/>
            <a:ext cx="2120900" cy="3222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500">
                <a:latin typeface="Arial" panose="020B0604020202020204" pitchFamily="34" charset="0"/>
                <a:cs typeface="Arial" panose="020B0604020202020204" pitchFamily="34" charset="0"/>
              </a:rPr>
              <a:t>FORM 3 </a:t>
            </a:r>
            <a:r>
              <a:rPr lang="ko-KR" altLang="en-US" sz="1500">
                <a:latin typeface="Arial" panose="020B0604020202020204" pitchFamily="34" charset="0"/>
                <a:cs typeface="Arial" panose="020B0604020202020204" pitchFamily="34" charset="0"/>
              </a:rPr>
              <a:t>작성 방법</a:t>
            </a:r>
            <a:endParaRPr lang="en-US" altLang="ko-KR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AC72114-3555-E664-B8BC-B2CAFDC548F4}"/>
              </a:ext>
            </a:extLst>
          </p:cNvPr>
          <p:cNvSpPr/>
          <p:nvPr/>
        </p:nvSpPr>
        <p:spPr>
          <a:xfrm>
            <a:off x="1692275" y="3306763"/>
            <a:ext cx="1782763" cy="311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821" name="TextBox 7">
            <a:extLst>
              <a:ext uri="{FF2B5EF4-FFF2-40B4-BE49-F238E27FC236}">
                <a16:creationId xmlns:a16="http://schemas.microsoft.com/office/drawing/2014/main" id="{FA3F4886-8C50-408F-4E35-DFA1A5B5E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013" y="1628775"/>
            <a:ext cx="3178175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자료 입력을 누르면 다음과 같은 대화창이 나타난다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4822" name="TextBox 8">
            <a:extLst>
              <a:ext uri="{FF2B5EF4-FFF2-40B4-BE49-F238E27FC236}">
                <a16:creationId xmlns:a16="http://schemas.microsoft.com/office/drawing/2014/main" id="{3FF0F3F8-E729-1D0E-1588-22D136C33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357563"/>
            <a:ext cx="2032000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입력창에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위치를 기입한다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4823" name="TextBox 9">
            <a:extLst>
              <a:ext uri="{FF2B5EF4-FFF2-40B4-BE49-F238E27FC236}">
                <a16:creationId xmlns:a16="http://schemas.microsoft.com/office/drawing/2014/main" id="{6C2DD008-0CE3-5AF3-A8CD-F65DE683E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3975100"/>
            <a:ext cx="3671888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입력창에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위치를 기입한후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IP(.TAB)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자료 불러오기 단추클릭</a:t>
            </a:r>
            <a:endParaRPr lang="en-US" altLang="ko-KR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9033BDB-C38C-14B2-3BBC-642D452E9396}"/>
              </a:ext>
            </a:extLst>
          </p:cNvPr>
          <p:cNvSpPr/>
          <p:nvPr/>
        </p:nvSpPr>
        <p:spPr>
          <a:xfrm>
            <a:off x="3822700" y="1574800"/>
            <a:ext cx="503238" cy="309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4636D59-4A49-813C-2E00-E423453F09A9}"/>
              </a:ext>
            </a:extLst>
          </p:cNvPr>
          <p:cNvSpPr/>
          <p:nvPr/>
        </p:nvSpPr>
        <p:spPr>
          <a:xfrm>
            <a:off x="1763713" y="3933825"/>
            <a:ext cx="936625" cy="309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그림 3">
            <a:extLst>
              <a:ext uri="{FF2B5EF4-FFF2-40B4-BE49-F238E27FC236}">
                <a16:creationId xmlns:a16="http://schemas.microsoft.com/office/drawing/2014/main" id="{C810480E-9B9E-9E3E-4294-FADC97A15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765175"/>
            <a:ext cx="72358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Box 4">
            <a:extLst>
              <a:ext uri="{FF2B5EF4-FFF2-40B4-BE49-F238E27FC236}">
                <a16:creationId xmlns:a16="http://schemas.microsoft.com/office/drawing/2014/main" id="{26D58087-0FC1-F75A-F59A-C41449226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5808663"/>
            <a:ext cx="2232025" cy="3238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500">
                <a:latin typeface="Arial" panose="020B0604020202020204" pitchFamily="34" charset="0"/>
                <a:cs typeface="Arial" panose="020B0604020202020204" pitchFamily="34" charset="0"/>
              </a:rPr>
              <a:t>실행후의 그림</a:t>
            </a:r>
            <a:endParaRPr lang="en-US" altLang="ko-KR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97AD177-EA36-6F8E-D82A-9A21B74F6605}"/>
              </a:ext>
            </a:extLst>
          </p:cNvPr>
          <p:cNvSpPr/>
          <p:nvPr/>
        </p:nvSpPr>
        <p:spPr>
          <a:xfrm>
            <a:off x="1042988" y="2193925"/>
            <a:ext cx="504825" cy="155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5845" name="TextBox 6">
            <a:extLst>
              <a:ext uri="{FF2B5EF4-FFF2-40B4-BE49-F238E27FC236}">
                <a16:creationId xmlns:a16="http://schemas.microsoft.com/office/drawing/2014/main" id="{4DD575D7-782D-E7AF-4BAA-F4E6CDE99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2147888"/>
            <a:ext cx="3887788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동그라미 부분에 도면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REV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표시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 (626Z3190-43&lt;&lt;&lt;NEW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의 의미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REV NEW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는 표시 안함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, REV A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는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626Z3190-43—A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식으로 표시</a:t>
            </a:r>
            <a:endParaRPr lang="en-US" altLang="ko-KR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6" name="TextBox 7">
            <a:extLst>
              <a:ext uri="{FF2B5EF4-FFF2-40B4-BE49-F238E27FC236}">
                <a16:creationId xmlns:a16="http://schemas.microsoft.com/office/drawing/2014/main" id="{C2B80459-38A1-35B8-6C62-E89E2EE7C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214688"/>
            <a:ext cx="4392612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번 란부터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번 란까지 드레그후 셀서식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맞춤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왼쪽들여쓰기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텍스트 줄 바꿈을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실행하고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글꼴은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arial 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크기는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포인트로 지정한다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그림 3">
            <a:extLst>
              <a:ext uri="{FF2B5EF4-FFF2-40B4-BE49-F238E27FC236}">
                <a16:creationId xmlns:a16="http://schemas.microsoft.com/office/drawing/2014/main" id="{E82F266C-C2D8-3604-B378-5D5E53CF7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20713"/>
            <a:ext cx="6119812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TextBox 4">
            <a:extLst>
              <a:ext uri="{FF2B5EF4-FFF2-40B4-BE49-F238E27FC236}">
                <a16:creationId xmlns:a16="http://schemas.microsoft.com/office/drawing/2014/main" id="{228EA06A-2CE3-5DBB-C3E1-C853E7F6A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014788"/>
            <a:ext cx="2449512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이렇게 글자들이 떨어져서 나오는 것들은 잘라내기 붙여넣기로 글자를 맞춘다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87D7C19-26F2-05EC-A04C-C97D73D1254E}"/>
              </a:ext>
            </a:extLst>
          </p:cNvPr>
          <p:cNvSpPr/>
          <p:nvPr/>
        </p:nvSpPr>
        <p:spPr>
          <a:xfrm>
            <a:off x="5076825" y="3573463"/>
            <a:ext cx="1179513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3BE98AD-75C1-2A37-0484-7E204B78C2B2}"/>
              </a:ext>
            </a:extLst>
          </p:cNvPr>
          <p:cNvCxnSpPr/>
          <p:nvPr/>
        </p:nvCxnSpPr>
        <p:spPr>
          <a:xfrm flipH="1">
            <a:off x="6256338" y="4195763"/>
            <a:ext cx="403225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오른쪽 화살표 8">
            <a:extLst>
              <a:ext uri="{FF2B5EF4-FFF2-40B4-BE49-F238E27FC236}">
                <a16:creationId xmlns:a16="http://schemas.microsoft.com/office/drawing/2014/main" id="{ABD60FA8-1A7A-5F4B-7205-5E273425FA41}"/>
              </a:ext>
            </a:extLst>
          </p:cNvPr>
          <p:cNvSpPr/>
          <p:nvPr/>
        </p:nvSpPr>
        <p:spPr>
          <a:xfrm rot="10800000">
            <a:off x="4067175" y="4014788"/>
            <a:ext cx="792163" cy="360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871" name="TextBox 9">
            <a:extLst>
              <a:ext uri="{FF2B5EF4-FFF2-40B4-BE49-F238E27FC236}">
                <a16:creationId xmlns:a16="http://schemas.microsoft.com/office/drawing/2014/main" id="{B09570D8-21CF-43F2-457B-1D632B318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4508500"/>
            <a:ext cx="1081087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/>
              <a:t>붙여 넣을 장소 </a:t>
            </a:r>
            <a:endParaRPr lang="en-US" altLang="ko-KR" sz="1000"/>
          </a:p>
        </p:txBody>
      </p:sp>
      <p:sp>
        <p:nvSpPr>
          <p:cNvPr id="36872" name="TextBox 10">
            <a:extLst>
              <a:ext uri="{FF2B5EF4-FFF2-40B4-BE49-F238E27FC236}">
                <a16:creationId xmlns:a16="http://schemas.microsoft.com/office/drawing/2014/main" id="{9554B0CC-14F3-3557-E31E-64CC2FCE7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632325"/>
            <a:ext cx="1081087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/>
              <a:t>글자 자를 대상 </a:t>
            </a:r>
            <a:endParaRPr lang="en-US" altLang="ko-KR"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그림 3">
            <a:extLst>
              <a:ext uri="{FF2B5EF4-FFF2-40B4-BE49-F238E27FC236}">
                <a16:creationId xmlns:a16="http://schemas.microsoft.com/office/drawing/2014/main" id="{8D3F1BEE-956A-EB7B-B588-1C8D7D9F0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6688"/>
            <a:ext cx="9144000" cy="65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extBox 4">
            <a:extLst>
              <a:ext uri="{FF2B5EF4-FFF2-40B4-BE49-F238E27FC236}">
                <a16:creationId xmlns:a16="http://schemas.microsoft.com/office/drawing/2014/main" id="{275D5711-4EA3-9001-06DE-594D8706F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924175"/>
            <a:ext cx="3313113" cy="7080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인쇄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미리보기를 이용하여 아래 동그라미와 같이 글자가 잘나오지 않는 칸들에 대해서는 포인트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씩 증가 시키는 방법으로 칸을 늘려 글자들이 보이도록 만들어 준다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46B3B0C-A699-AB0A-1902-69D553F8E45C}"/>
              </a:ext>
            </a:extLst>
          </p:cNvPr>
          <p:cNvSpPr/>
          <p:nvPr/>
        </p:nvSpPr>
        <p:spPr>
          <a:xfrm>
            <a:off x="2339975" y="5084763"/>
            <a:ext cx="2087563" cy="12969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오른쪽 화살표 6">
            <a:extLst>
              <a:ext uri="{FF2B5EF4-FFF2-40B4-BE49-F238E27FC236}">
                <a16:creationId xmlns:a16="http://schemas.microsoft.com/office/drawing/2014/main" id="{A6262BCA-0FEC-8C62-7471-6ECB3ABCD0CC}"/>
              </a:ext>
            </a:extLst>
          </p:cNvPr>
          <p:cNvSpPr/>
          <p:nvPr/>
        </p:nvSpPr>
        <p:spPr>
          <a:xfrm rot="7479557">
            <a:off x="3656807" y="4231481"/>
            <a:ext cx="1316038" cy="3587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내용 개체 틀 3">
            <a:extLst>
              <a:ext uri="{FF2B5EF4-FFF2-40B4-BE49-F238E27FC236}">
                <a16:creationId xmlns:a16="http://schemas.microsoft.com/office/drawing/2014/main" id="{6519C6BC-783C-B011-7580-90F08A5E2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333375"/>
            <a:ext cx="8064500" cy="633571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2936C99-5723-9837-A949-E28C0349681F}"/>
              </a:ext>
            </a:extLst>
          </p:cNvPr>
          <p:cNvSpPr/>
          <p:nvPr/>
        </p:nvSpPr>
        <p:spPr>
          <a:xfrm>
            <a:off x="250825" y="5949950"/>
            <a:ext cx="792163" cy="7191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8916" name="TextBox 5">
            <a:extLst>
              <a:ext uri="{FF2B5EF4-FFF2-40B4-BE49-F238E27FC236}">
                <a16:creationId xmlns:a16="http://schemas.microsoft.com/office/drawing/2014/main" id="{7F1CA744-BF67-9842-0581-70E02B21E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108700"/>
            <a:ext cx="3384550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동그라미 부분처럼 칸의 크기가 작은 칸들은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로 맞춘다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169CCE4-630C-A210-DEAC-553B3ED1FA9C}"/>
              </a:ext>
            </a:extLst>
          </p:cNvPr>
          <p:cNvSpPr/>
          <p:nvPr/>
        </p:nvSpPr>
        <p:spPr>
          <a:xfrm>
            <a:off x="1755775" y="5214938"/>
            <a:ext cx="1439863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8918" name="TextBox 9">
            <a:extLst>
              <a:ext uri="{FF2B5EF4-FFF2-40B4-BE49-F238E27FC236}">
                <a16:creationId xmlns:a16="http://schemas.microsoft.com/office/drawing/2014/main" id="{81D5E781-1283-80FB-5DEE-3A3310DF9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5214938"/>
            <a:ext cx="2736850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J/D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은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MBD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로 확인 후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HOLE DIA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를 기입한다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그림 3">
            <a:extLst>
              <a:ext uri="{FF2B5EF4-FFF2-40B4-BE49-F238E27FC236}">
                <a16:creationId xmlns:a16="http://schemas.microsoft.com/office/drawing/2014/main" id="{212DE0B5-259F-2D29-CA4A-C6D9D8C25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15888"/>
            <a:ext cx="5827713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9" name="그림 4">
            <a:extLst>
              <a:ext uri="{FF2B5EF4-FFF2-40B4-BE49-F238E27FC236}">
                <a16:creationId xmlns:a16="http://schemas.microsoft.com/office/drawing/2014/main" id="{4DAF39CB-E529-6751-55E5-ED514EA04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2708275"/>
            <a:ext cx="6327775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6CEF09B-5E72-C4FB-F22D-2C48B5A4633D}"/>
              </a:ext>
            </a:extLst>
          </p:cNvPr>
          <p:cNvSpPr/>
          <p:nvPr/>
        </p:nvSpPr>
        <p:spPr>
          <a:xfrm>
            <a:off x="1763713" y="3509963"/>
            <a:ext cx="792162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941" name="TextBox 6">
            <a:extLst>
              <a:ext uri="{FF2B5EF4-FFF2-40B4-BE49-F238E27FC236}">
                <a16:creationId xmlns:a16="http://schemas.microsoft.com/office/drawing/2014/main" id="{0B44C431-BCFD-93CD-AB96-60EAB73B3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933825"/>
            <a:ext cx="2305050" cy="5524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FORM 3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안에 빈 공간이 있는 것들은</a:t>
            </a:r>
            <a:endParaRPr lang="en-US" altLang="ko-KR" sz="1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CA626Z3190-43N.csv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파일을 실행시키거나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, MBD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로 확인 후 넣어준다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8EE309-5247-CEF0-DA2D-2B1F940873DC}"/>
              </a:ext>
            </a:extLst>
          </p:cNvPr>
          <p:cNvSpPr/>
          <p:nvPr/>
        </p:nvSpPr>
        <p:spPr>
          <a:xfrm>
            <a:off x="1763713" y="2492375"/>
            <a:ext cx="792162" cy="215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943" name="TextBox 8">
            <a:extLst>
              <a:ext uri="{FF2B5EF4-FFF2-40B4-BE49-F238E27FC236}">
                <a16:creationId xmlns:a16="http://schemas.microsoft.com/office/drawing/2014/main" id="{0E7F2027-3ACC-856D-A5A8-E281B6075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262313"/>
            <a:ext cx="3384550" cy="2476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CA626Z3190-43N.csv 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파일 실행 화면</a:t>
            </a:r>
            <a:endParaRPr lang="en-US" altLang="ko-KR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4FB9625-C5D6-0645-A97C-5BF7A8A800D4}"/>
              </a:ext>
            </a:extLst>
          </p:cNvPr>
          <p:cNvSpPr/>
          <p:nvPr/>
        </p:nvSpPr>
        <p:spPr>
          <a:xfrm>
            <a:off x="3203575" y="6381750"/>
            <a:ext cx="3600450" cy="2873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945" name="TextBox 10">
            <a:extLst>
              <a:ext uri="{FF2B5EF4-FFF2-40B4-BE49-F238E27FC236}">
                <a16:creationId xmlns:a16="http://schemas.microsoft.com/office/drawing/2014/main" id="{ED2181BB-E9EF-6025-6C91-F30548323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876925"/>
            <a:ext cx="2665413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이 부분을 복사해서 빈 공간에 넣어줌</a:t>
            </a:r>
            <a:endParaRPr lang="en-US" altLang="ko-KR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오른쪽 화살표 11">
            <a:extLst>
              <a:ext uri="{FF2B5EF4-FFF2-40B4-BE49-F238E27FC236}">
                <a16:creationId xmlns:a16="http://schemas.microsoft.com/office/drawing/2014/main" id="{2EDD039A-79A1-ECE0-B8CC-793978384890}"/>
              </a:ext>
            </a:extLst>
          </p:cNvPr>
          <p:cNvSpPr/>
          <p:nvPr/>
        </p:nvSpPr>
        <p:spPr>
          <a:xfrm rot="7479557">
            <a:off x="4970463" y="6148387"/>
            <a:ext cx="338138" cy="2651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그림 3">
            <a:extLst>
              <a:ext uri="{FF2B5EF4-FFF2-40B4-BE49-F238E27FC236}">
                <a16:creationId xmlns:a16="http://schemas.microsoft.com/office/drawing/2014/main" id="{AA434E95-479A-F556-B046-F5D556B94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8913"/>
            <a:ext cx="8496300" cy="630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848EA2F-CD53-6690-E742-F8D3DA05B06B}"/>
              </a:ext>
            </a:extLst>
          </p:cNvPr>
          <p:cNvSpPr/>
          <p:nvPr/>
        </p:nvSpPr>
        <p:spPr>
          <a:xfrm>
            <a:off x="214313" y="5524500"/>
            <a:ext cx="431800" cy="431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0964" name="TextBox 5">
            <a:extLst>
              <a:ext uri="{FF2B5EF4-FFF2-40B4-BE49-F238E27FC236}">
                <a16:creationId xmlns:a16="http://schemas.microsoft.com/office/drawing/2014/main" id="{FCFF23EB-A629-6363-387A-8F7A63866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278438"/>
            <a:ext cx="1368425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행크기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로 맞춘다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오른쪽 화살표 6">
            <a:extLst>
              <a:ext uri="{FF2B5EF4-FFF2-40B4-BE49-F238E27FC236}">
                <a16:creationId xmlns:a16="http://schemas.microsoft.com/office/drawing/2014/main" id="{362A6A74-F4DB-CF27-5D4B-1D0712C8FA50}"/>
              </a:ext>
            </a:extLst>
          </p:cNvPr>
          <p:cNvSpPr/>
          <p:nvPr/>
        </p:nvSpPr>
        <p:spPr>
          <a:xfrm rot="9270270">
            <a:off x="600075" y="5448300"/>
            <a:ext cx="550863" cy="2651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524C19B-70D5-1CAC-62AA-E587505E6340}"/>
              </a:ext>
            </a:extLst>
          </p:cNvPr>
          <p:cNvSpPr/>
          <p:nvPr/>
        </p:nvSpPr>
        <p:spPr>
          <a:xfrm>
            <a:off x="217488" y="5949950"/>
            <a:ext cx="431800" cy="539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0967" name="TextBox 8">
            <a:extLst>
              <a:ext uri="{FF2B5EF4-FFF2-40B4-BE49-F238E27FC236}">
                <a16:creationId xmlns:a16="http://schemas.microsoft.com/office/drawing/2014/main" id="{D128329E-CAED-DFD9-8711-9E76ED32F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413" y="5846763"/>
            <a:ext cx="1368425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행크기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로 맞춘다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오른쪽 화살표 9">
            <a:extLst>
              <a:ext uri="{FF2B5EF4-FFF2-40B4-BE49-F238E27FC236}">
                <a16:creationId xmlns:a16="http://schemas.microsoft.com/office/drawing/2014/main" id="{CAAC5B3F-3049-7C84-C52D-D3ABB332C4E7}"/>
              </a:ext>
            </a:extLst>
          </p:cNvPr>
          <p:cNvSpPr/>
          <p:nvPr/>
        </p:nvSpPr>
        <p:spPr>
          <a:xfrm rot="10017995">
            <a:off x="633413" y="5991225"/>
            <a:ext cx="663575" cy="2651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0969" name="TextBox 10">
            <a:extLst>
              <a:ext uri="{FF2B5EF4-FFF2-40B4-BE49-F238E27FC236}">
                <a16:creationId xmlns:a16="http://schemas.microsoft.com/office/drawing/2014/main" id="{846ED181-5DC3-77BC-9574-91EF90736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5734050"/>
            <a:ext cx="1223963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줄을 추가 해준다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오른쪽 화살표 11">
            <a:extLst>
              <a:ext uri="{FF2B5EF4-FFF2-40B4-BE49-F238E27FC236}">
                <a16:creationId xmlns:a16="http://schemas.microsoft.com/office/drawing/2014/main" id="{A4BE625D-CE29-E305-8548-2984463FDEE6}"/>
              </a:ext>
            </a:extLst>
          </p:cNvPr>
          <p:cNvSpPr/>
          <p:nvPr/>
        </p:nvSpPr>
        <p:spPr>
          <a:xfrm rot="9270270">
            <a:off x="5465763" y="5961063"/>
            <a:ext cx="550862" cy="265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그림 3">
            <a:extLst>
              <a:ext uri="{FF2B5EF4-FFF2-40B4-BE49-F238E27FC236}">
                <a16:creationId xmlns:a16="http://schemas.microsoft.com/office/drawing/2014/main" id="{2B08355A-7D12-73DB-2AAA-71FED4835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60350"/>
            <a:ext cx="7964487" cy="633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C89774E-567F-1D5B-4F73-DC59E205212A}"/>
              </a:ext>
            </a:extLst>
          </p:cNvPr>
          <p:cNvSpPr/>
          <p:nvPr/>
        </p:nvSpPr>
        <p:spPr>
          <a:xfrm>
            <a:off x="2771775" y="3429000"/>
            <a:ext cx="1944688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1988" name="TextBox 5">
            <a:extLst>
              <a:ext uri="{FF2B5EF4-FFF2-40B4-BE49-F238E27FC236}">
                <a16:creationId xmlns:a16="http://schemas.microsoft.com/office/drawing/2014/main" id="{CA271362-1A8C-BAA1-71C0-1A74AF6DF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4941888"/>
            <a:ext cx="1863725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REQUIREMENT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를 읽어보고 검사 내용을 판단한다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오른쪽 화살표 6">
            <a:extLst>
              <a:ext uri="{FF2B5EF4-FFF2-40B4-BE49-F238E27FC236}">
                <a16:creationId xmlns:a16="http://schemas.microsoft.com/office/drawing/2014/main" id="{84CC44F5-4ECB-FBDF-54D5-5B6AD44E76B7}"/>
              </a:ext>
            </a:extLst>
          </p:cNvPr>
          <p:cNvSpPr/>
          <p:nvPr/>
        </p:nvSpPr>
        <p:spPr>
          <a:xfrm rot="18096788">
            <a:off x="2558256" y="4485482"/>
            <a:ext cx="765175" cy="265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7119DA2-0106-0034-913C-24BC29FB6F98}"/>
              </a:ext>
            </a:extLst>
          </p:cNvPr>
          <p:cNvSpPr/>
          <p:nvPr/>
        </p:nvSpPr>
        <p:spPr>
          <a:xfrm>
            <a:off x="5148263" y="3429000"/>
            <a:ext cx="3311525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1991" name="TextBox 8">
            <a:extLst>
              <a:ext uri="{FF2B5EF4-FFF2-40B4-BE49-F238E27FC236}">
                <a16:creationId xmlns:a16="http://schemas.microsoft.com/office/drawing/2014/main" id="{D272C7A0-2C86-ED15-B16B-640F29506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2163" y="4908550"/>
            <a:ext cx="1863725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검사상 해당사항이 없을경우</a:t>
            </a:r>
            <a:endParaRPr lang="en-US" altLang="ko-KR" sz="1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위와 같이 표현한다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오른쪽 화살표 9">
            <a:extLst>
              <a:ext uri="{FF2B5EF4-FFF2-40B4-BE49-F238E27FC236}">
                <a16:creationId xmlns:a16="http://schemas.microsoft.com/office/drawing/2014/main" id="{12E32CC3-5BBB-3739-5572-0D57C81B2265}"/>
              </a:ext>
            </a:extLst>
          </p:cNvPr>
          <p:cNvSpPr/>
          <p:nvPr/>
        </p:nvSpPr>
        <p:spPr>
          <a:xfrm rot="18096788">
            <a:off x="6121400" y="4508500"/>
            <a:ext cx="709613" cy="2651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그림 3">
            <a:extLst>
              <a:ext uri="{FF2B5EF4-FFF2-40B4-BE49-F238E27FC236}">
                <a16:creationId xmlns:a16="http://schemas.microsoft.com/office/drawing/2014/main" id="{C7DD0496-4F36-7DDB-1823-966C63CDF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8642350" cy="596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7AF9502-3FF2-75C4-2DF0-BB3C33AD9D22}"/>
              </a:ext>
            </a:extLst>
          </p:cNvPr>
          <p:cNvSpPr/>
          <p:nvPr/>
        </p:nvSpPr>
        <p:spPr>
          <a:xfrm>
            <a:off x="4803775" y="3046413"/>
            <a:ext cx="790575" cy="215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D394A1C-3431-2C3E-4665-3A5ED9E39490}"/>
              </a:ext>
            </a:extLst>
          </p:cNvPr>
          <p:cNvSpPr/>
          <p:nvPr/>
        </p:nvSpPr>
        <p:spPr>
          <a:xfrm>
            <a:off x="2484438" y="2998788"/>
            <a:ext cx="2159000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3144766-6E15-6DC4-07C1-804ECFFFBDD6}"/>
              </a:ext>
            </a:extLst>
          </p:cNvPr>
          <p:cNvSpPr/>
          <p:nvPr/>
        </p:nvSpPr>
        <p:spPr>
          <a:xfrm>
            <a:off x="2411413" y="3860800"/>
            <a:ext cx="2160587" cy="288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오른쪽 화살표 7">
            <a:extLst>
              <a:ext uri="{FF2B5EF4-FFF2-40B4-BE49-F238E27FC236}">
                <a16:creationId xmlns:a16="http://schemas.microsoft.com/office/drawing/2014/main" id="{449BF400-37AA-A522-D877-F070A5BD266E}"/>
              </a:ext>
            </a:extLst>
          </p:cNvPr>
          <p:cNvSpPr/>
          <p:nvPr/>
        </p:nvSpPr>
        <p:spPr>
          <a:xfrm rot="5400000">
            <a:off x="3084513" y="3452813"/>
            <a:ext cx="550862" cy="265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3015" name="TextBox 8">
            <a:extLst>
              <a:ext uri="{FF2B5EF4-FFF2-40B4-BE49-F238E27FC236}">
                <a16:creationId xmlns:a16="http://schemas.microsoft.com/office/drawing/2014/main" id="{F2E38F06-281A-15C9-72AD-08DFDF83D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508375"/>
            <a:ext cx="1168400" cy="24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내용이 서로 같다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3016" name="TextBox 9">
            <a:extLst>
              <a:ext uri="{FF2B5EF4-FFF2-40B4-BE49-F238E27FC236}">
                <a16:creationId xmlns:a16="http://schemas.microsoft.com/office/drawing/2014/main" id="{83EA7216-AC7A-0747-0E4F-A39E93580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350" y="3032125"/>
            <a:ext cx="1368425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내용이 서로 같을 때 이와 같이 표현한다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0A27479-1968-E0D8-8D8C-D0AA6555FF4E}"/>
              </a:ext>
            </a:extLst>
          </p:cNvPr>
          <p:cNvSpPr/>
          <p:nvPr/>
        </p:nvSpPr>
        <p:spPr>
          <a:xfrm>
            <a:off x="468313" y="3860800"/>
            <a:ext cx="395287" cy="252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5" name="구부러진 연결선 14">
            <a:extLst>
              <a:ext uri="{FF2B5EF4-FFF2-40B4-BE49-F238E27FC236}">
                <a16:creationId xmlns:a16="http://schemas.microsoft.com/office/drawing/2014/main" id="{26A52E4C-6030-96FA-BFF5-FEFE55B45105}"/>
              </a:ext>
            </a:extLst>
          </p:cNvPr>
          <p:cNvCxnSpPr>
            <a:stCxn id="11" idx="6"/>
            <a:endCxn id="5" idx="0"/>
          </p:cNvCxnSpPr>
          <p:nvPr/>
        </p:nvCxnSpPr>
        <p:spPr>
          <a:xfrm flipV="1">
            <a:off x="863600" y="3046413"/>
            <a:ext cx="4335463" cy="941387"/>
          </a:xfrm>
          <a:prstGeom prst="curvedConnector4">
            <a:avLst>
              <a:gd name="adj1" fmla="val 45433"/>
              <a:gd name="adj2" fmla="val 124304"/>
            </a:avLst>
          </a:prstGeom>
          <a:ln w="19050">
            <a:solidFill>
              <a:srgbClr val="FFC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내용 개체 틀 3">
            <a:extLst>
              <a:ext uri="{FF2B5EF4-FFF2-40B4-BE49-F238E27FC236}">
                <a16:creationId xmlns:a16="http://schemas.microsoft.com/office/drawing/2014/main" id="{1BCAF01D-3566-2D83-E7DF-B0750DDF4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260350"/>
            <a:ext cx="5705475" cy="6337300"/>
          </a:xfrm>
        </p:spPr>
      </p:pic>
      <p:sp>
        <p:nvSpPr>
          <p:cNvPr id="44035" name="TextBox 4">
            <a:extLst>
              <a:ext uri="{FF2B5EF4-FFF2-40B4-BE49-F238E27FC236}">
                <a16:creationId xmlns:a16="http://schemas.microsoft.com/office/drawing/2014/main" id="{1FF3F028-680E-0701-6954-0F6E1721D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789363"/>
            <a:ext cx="1368425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SEALANT</a:t>
            </a:r>
          </a:p>
        </p:txBody>
      </p:sp>
      <p:sp>
        <p:nvSpPr>
          <p:cNvPr id="44036" name="TextBox 5">
            <a:extLst>
              <a:ext uri="{FF2B5EF4-FFF2-40B4-BE49-F238E27FC236}">
                <a16:creationId xmlns:a16="http://schemas.microsoft.com/office/drawing/2014/main" id="{149DC10B-F9B7-F045-4B60-94E0350FA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792538"/>
            <a:ext cx="1008063" cy="2159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Arial" panose="020B0604020202020204" pitchFamily="34" charset="0"/>
                <a:cs typeface="Arial" panose="020B0604020202020204" pitchFamily="34" charset="0"/>
              </a:rPr>
              <a:t>BMS 5-45 CL B2</a:t>
            </a:r>
          </a:p>
        </p:txBody>
      </p:sp>
      <p:sp>
        <p:nvSpPr>
          <p:cNvPr id="44037" name="TextBox 6">
            <a:extLst>
              <a:ext uri="{FF2B5EF4-FFF2-40B4-BE49-F238E27FC236}">
                <a16:creationId xmlns:a16="http://schemas.microsoft.com/office/drawing/2014/main" id="{A67886E1-8AA0-AD0A-1F28-0D301C163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695700"/>
            <a:ext cx="2879725" cy="5540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FORM 3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내용을 참조 하여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PROCESS MATERIAL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FORM2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에 기입하면 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FAIR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은 완성된다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오른쪽 화살표 7">
            <a:extLst>
              <a:ext uri="{FF2B5EF4-FFF2-40B4-BE49-F238E27FC236}">
                <a16:creationId xmlns:a16="http://schemas.microsoft.com/office/drawing/2014/main" id="{7FD18982-F321-FC92-173A-08558F22EBFA}"/>
              </a:ext>
            </a:extLst>
          </p:cNvPr>
          <p:cNvSpPr/>
          <p:nvPr/>
        </p:nvSpPr>
        <p:spPr>
          <a:xfrm rot="10800000">
            <a:off x="3306763" y="3684588"/>
            <a:ext cx="2417762" cy="265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그림 3">
            <a:extLst>
              <a:ext uri="{FF2B5EF4-FFF2-40B4-BE49-F238E27FC236}">
                <a16:creationId xmlns:a16="http://schemas.microsoft.com/office/drawing/2014/main" id="{09B32001-FAF9-69FB-8F81-7803E8FD5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44450"/>
            <a:ext cx="5081588" cy="659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70A5233-09F2-E174-1A70-E4D6FE17B40C}"/>
              </a:ext>
            </a:extLst>
          </p:cNvPr>
          <p:cNvSpPr/>
          <p:nvPr/>
        </p:nvSpPr>
        <p:spPr>
          <a:xfrm>
            <a:off x="250825" y="1052513"/>
            <a:ext cx="1008063" cy="2524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F7B594F-B387-A393-8D4B-AF137097F18F}"/>
              </a:ext>
            </a:extLst>
          </p:cNvPr>
          <p:cNvSpPr/>
          <p:nvPr/>
        </p:nvSpPr>
        <p:spPr>
          <a:xfrm>
            <a:off x="1263650" y="1042988"/>
            <a:ext cx="1008063" cy="2524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B2FF38D-A336-CDF7-12C0-D4C992CF2FD9}"/>
              </a:ext>
            </a:extLst>
          </p:cNvPr>
          <p:cNvSpPr/>
          <p:nvPr/>
        </p:nvSpPr>
        <p:spPr>
          <a:xfrm>
            <a:off x="3348038" y="1025525"/>
            <a:ext cx="1008062" cy="252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FFB075B-6BC6-D883-0C8F-B403A351A93C}"/>
              </a:ext>
            </a:extLst>
          </p:cNvPr>
          <p:cNvSpPr/>
          <p:nvPr/>
        </p:nvSpPr>
        <p:spPr>
          <a:xfrm>
            <a:off x="255588" y="2060575"/>
            <a:ext cx="2300287" cy="252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063" name="TextBox 8">
            <a:extLst>
              <a:ext uri="{FF2B5EF4-FFF2-40B4-BE49-F238E27FC236}">
                <a16:creationId xmlns:a16="http://schemas.microsoft.com/office/drawing/2014/main" id="{94CD8D8C-B767-1BCB-A5CA-945C64F57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341438"/>
            <a:ext cx="2879725" cy="400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그림과 같이 동그라미 있는 부분은 최소한 다 기입하고 승인 요청의뢰를 해야 한다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오른쪽 화살표 9">
            <a:extLst>
              <a:ext uri="{FF2B5EF4-FFF2-40B4-BE49-F238E27FC236}">
                <a16:creationId xmlns:a16="http://schemas.microsoft.com/office/drawing/2014/main" id="{D9D7FAFC-6870-A460-8356-3A112E249E57}"/>
              </a:ext>
            </a:extLst>
          </p:cNvPr>
          <p:cNvSpPr/>
          <p:nvPr/>
        </p:nvSpPr>
        <p:spPr>
          <a:xfrm rot="10800000">
            <a:off x="4241800" y="1476375"/>
            <a:ext cx="1482725" cy="26511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AA3FEBD-9F8B-5A4A-B332-C53BE714241D}"/>
              </a:ext>
            </a:extLst>
          </p:cNvPr>
          <p:cNvSpPr/>
          <p:nvPr/>
        </p:nvSpPr>
        <p:spPr>
          <a:xfrm>
            <a:off x="503238" y="6416675"/>
            <a:ext cx="396875" cy="252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066" name="TextBox 11">
            <a:extLst>
              <a:ext uri="{FF2B5EF4-FFF2-40B4-BE49-F238E27FC236}">
                <a16:creationId xmlns:a16="http://schemas.microsoft.com/office/drawing/2014/main" id="{A53F6B0F-BBAC-3A75-75AF-F3DCB7E55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15888"/>
            <a:ext cx="3097212" cy="3238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500">
                <a:latin typeface="Arial" panose="020B0604020202020204" pitchFamily="34" charset="0"/>
                <a:cs typeface="Arial" panose="020B0604020202020204" pitchFamily="34" charset="0"/>
              </a:rPr>
              <a:t>FAIR </a:t>
            </a:r>
            <a:r>
              <a:rPr lang="ko-KR" altLang="en-US" sz="1500">
                <a:latin typeface="Arial" panose="020B0604020202020204" pitchFamily="34" charset="0"/>
                <a:cs typeface="Arial" panose="020B0604020202020204" pitchFamily="34" charset="0"/>
              </a:rPr>
              <a:t>승인 요청 의뢰시 작성내용</a:t>
            </a:r>
            <a:endParaRPr lang="en-US" altLang="ko-KR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오른쪽 화살표 12">
            <a:extLst>
              <a:ext uri="{FF2B5EF4-FFF2-40B4-BE49-F238E27FC236}">
                <a16:creationId xmlns:a16="http://schemas.microsoft.com/office/drawing/2014/main" id="{B0A138FA-F48B-BC6A-D8BF-8594FAF4C05B}"/>
              </a:ext>
            </a:extLst>
          </p:cNvPr>
          <p:cNvSpPr/>
          <p:nvPr/>
        </p:nvSpPr>
        <p:spPr>
          <a:xfrm rot="9364122">
            <a:off x="858838" y="6127750"/>
            <a:ext cx="801687" cy="265113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068" name="TextBox 13">
            <a:extLst>
              <a:ext uri="{FF2B5EF4-FFF2-40B4-BE49-F238E27FC236}">
                <a16:creationId xmlns:a16="http://schemas.microsoft.com/office/drawing/2014/main" id="{55A1B389-FE96-7397-DA21-7B5DA5FDD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7838" y="5776913"/>
            <a:ext cx="1528762" cy="24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ko-KR" altLang="en-US" sz="1000">
                <a:latin typeface="Arial" panose="020B0604020202020204" pitchFamily="34" charset="0"/>
                <a:cs typeface="Arial" panose="020B0604020202020204" pitchFamily="34" charset="0"/>
              </a:rPr>
              <a:t>부분을 클릭</a:t>
            </a:r>
            <a:r>
              <a:rPr lang="en-US" altLang="ko-KR" sz="1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904</Words>
  <Application>Microsoft Office PowerPoint</Application>
  <PresentationFormat>화면 슬라이드 쇼(4:3)</PresentationFormat>
  <Paragraphs>114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7" baseType="lpstr">
      <vt:lpstr>굴림</vt:lpstr>
      <vt:lpstr>Arial</vt:lpstr>
      <vt:lpstr>맑은 고딕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Assy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main</dc:creator>
  <cp:lastModifiedBy>임재홍</cp:lastModifiedBy>
  <cp:revision>14</cp:revision>
  <dcterms:created xsi:type="dcterms:W3CDTF">2011-05-12T01:33:25Z</dcterms:created>
  <dcterms:modified xsi:type="dcterms:W3CDTF">2026-04-18T06:56:19Z</dcterms:modified>
</cp:coreProperties>
</file>