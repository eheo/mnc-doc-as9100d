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9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0A48-7353-4855-982D-AB3344F9CDAD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1A508-6A05-4509-AED4-D1BBCAFDA0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KAL-ASD</a:t>
            </a:r>
          </a:p>
          <a:p>
            <a:r>
              <a:rPr lang="ko-KR" altLang="en-US" dirty="0" smtClean="0"/>
              <a:t>제조 </a:t>
            </a:r>
            <a:r>
              <a:rPr lang="ko-KR" altLang="en-US" dirty="0" err="1" smtClean="0"/>
              <a:t>품질팀</a:t>
            </a:r>
            <a:r>
              <a:rPr lang="ko-KR" altLang="en-US" dirty="0" smtClean="0"/>
              <a:t> </a:t>
            </a:r>
            <a:r>
              <a:rPr lang="en-US" altLang="ko-KR" dirty="0" smtClean="0"/>
              <a:t>CAI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6792"/>
            <a:ext cx="5760640" cy="170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55576" y="11967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MBD File Open -&gt; Tools/Macro/Macros </a:t>
            </a:r>
            <a:r>
              <a:rPr lang="ko-KR" altLang="en-US" dirty="0" smtClean="0"/>
              <a:t>선택</a:t>
            </a:r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55576" y="3429000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 Macro Libraries -&gt; Library type/VBA Projects </a:t>
            </a:r>
            <a:r>
              <a:rPr lang="ko-KR" altLang="en-US" dirty="0" smtClean="0"/>
              <a:t>선택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3789040"/>
            <a:ext cx="548640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11967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Add existing library -&gt; </a:t>
            </a:r>
            <a:r>
              <a:rPr lang="en-US" dirty="0" err="1" smtClean="0"/>
              <a:t>FTA.catvba</a:t>
            </a:r>
            <a:r>
              <a:rPr lang="en-US" dirty="0" smtClean="0"/>
              <a:t> 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열기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6192688" cy="4552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124744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Macro libraries Close -&gt; Macros/</a:t>
            </a:r>
            <a:r>
              <a:rPr lang="en-US" dirty="0" err="1" smtClean="0"/>
              <a:t>MakeExel</a:t>
            </a:r>
            <a:r>
              <a:rPr lang="en-US" dirty="0" smtClean="0"/>
              <a:t> 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-&gt; Run 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3816424" cy="219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484784"/>
            <a:ext cx="4218831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11560" y="3717032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 MBD NOTES ALL </a:t>
            </a:r>
            <a:r>
              <a:rPr lang="ko-KR" altLang="en-US" dirty="0" smtClean="0"/>
              <a:t>선택</a:t>
            </a:r>
            <a:r>
              <a:rPr lang="en-US" dirty="0" smtClean="0"/>
              <a:t> -&gt; </a:t>
            </a:r>
            <a:r>
              <a:rPr lang="ko-KR" altLang="en-US" dirty="0" smtClean="0"/>
              <a:t>탐색기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Exel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선택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열기</a:t>
            </a:r>
            <a:r>
              <a:rPr lang="en-US" altLang="ko-KR" dirty="0" smtClean="0"/>
              <a:t> 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1" y="4077072"/>
            <a:ext cx="396044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4077072"/>
            <a:ext cx="4190231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11560" y="6093296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Note: Detail Part</a:t>
            </a:r>
            <a:r>
              <a:rPr lang="ko-KR" altLang="en-US" dirty="0" smtClean="0"/>
              <a:t>경우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 단계에서 완료되며</a:t>
            </a:r>
            <a:r>
              <a:rPr lang="en-US" altLang="ko-KR" dirty="0" smtClean="0"/>
              <a:t>, Assembly Part </a:t>
            </a:r>
            <a:r>
              <a:rPr lang="ko-KR" altLang="en-US" dirty="0" smtClean="0"/>
              <a:t>경우 다음단계 계속</a:t>
            </a:r>
            <a:r>
              <a:rPr lang="en-US" altLang="ko-KR" dirty="0" smtClean="0"/>
              <a:t> </a:t>
            </a: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124744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6. </a:t>
            </a:r>
            <a:r>
              <a:rPr lang="ko-KR" altLang="en-US" dirty="0" smtClean="0"/>
              <a:t>위 </a:t>
            </a:r>
            <a:r>
              <a:rPr lang="en-US" altLang="ko-KR" dirty="0" smtClean="0"/>
              <a:t>1 &amp; 4 </a:t>
            </a:r>
            <a:r>
              <a:rPr lang="ko-KR" altLang="en-US" dirty="0" smtClean="0"/>
              <a:t>단계 실행 </a:t>
            </a:r>
            <a:r>
              <a:rPr lang="en-US" dirty="0" smtClean="0"/>
              <a:t>-&gt; Fastener Definitions </a:t>
            </a:r>
            <a:r>
              <a:rPr lang="ko-KR" altLang="en-US" dirty="0" smtClean="0"/>
              <a:t>선택</a:t>
            </a:r>
            <a:r>
              <a:rPr lang="en-US" dirty="0" smtClean="0"/>
              <a:t> -&gt; </a:t>
            </a:r>
            <a:r>
              <a:rPr lang="ko-KR" altLang="en-US" dirty="0" smtClean="0"/>
              <a:t>탐색기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Exel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선택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열기</a:t>
            </a:r>
            <a:r>
              <a:rPr lang="en-US" altLang="ko-KR" dirty="0" smtClean="0"/>
              <a:t> </a:t>
            </a:r>
            <a:endParaRPr lang="en-US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556792"/>
            <a:ext cx="4190231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556792"/>
            <a:ext cx="3816424" cy="194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467544" y="3573016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Note: </a:t>
            </a:r>
            <a:r>
              <a:rPr lang="ko-KR" altLang="en-US" dirty="0" smtClean="0"/>
              <a:t>위 </a:t>
            </a:r>
            <a:r>
              <a:rPr lang="en-US" altLang="ko-KR" dirty="0" smtClean="0"/>
              <a:t>Macro </a:t>
            </a:r>
            <a:r>
              <a:rPr lang="ko-KR" altLang="en-US" dirty="0" smtClean="0"/>
              <a:t>작업이 완료되면 </a:t>
            </a:r>
            <a:r>
              <a:rPr lang="en-US" altLang="ko-KR" dirty="0" smtClean="0"/>
              <a:t>Macro </a:t>
            </a:r>
            <a:r>
              <a:rPr lang="ko-KR" altLang="en-US" dirty="0" smtClean="0"/>
              <a:t>창</a:t>
            </a:r>
            <a:r>
              <a:rPr lang="en-US" altLang="ko-KR" dirty="0" smtClean="0"/>
              <a:t>(What do you want to get?)</a:t>
            </a:r>
            <a:r>
              <a:rPr lang="ko-KR" altLang="en-US" dirty="0" smtClean="0"/>
              <a:t>이 사라 짐</a:t>
            </a:r>
            <a:r>
              <a:rPr lang="en-US" altLang="ko-KR" dirty="0" smtClean="0"/>
              <a:t>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5536" y="3933056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7. </a:t>
            </a:r>
            <a:r>
              <a:rPr lang="ko-KR" altLang="en-US" dirty="0" smtClean="0"/>
              <a:t>지정하였던 </a:t>
            </a:r>
            <a:r>
              <a:rPr lang="en-US" altLang="ko-KR" dirty="0" err="1" smtClean="0"/>
              <a:t>Exel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</a:t>
            </a:r>
            <a:r>
              <a:rPr lang="en-US" altLang="ko-KR" dirty="0" smtClean="0"/>
              <a:t>Open -&gt; Sheet2 </a:t>
            </a:r>
            <a:r>
              <a:rPr lang="ko-KR" altLang="en-US" dirty="0" smtClean="0"/>
              <a:t>자료복사 후 </a:t>
            </a:r>
            <a:r>
              <a:rPr lang="en-US" altLang="ko-KR" dirty="0" smtClean="0"/>
              <a:t>Sheet1 </a:t>
            </a:r>
            <a:r>
              <a:rPr lang="ko-KR" altLang="en-US" dirty="0" smtClean="0"/>
              <a:t>하단에 </a:t>
            </a:r>
            <a:r>
              <a:rPr lang="ko-KR" altLang="en-US" dirty="0" err="1" smtClean="0"/>
              <a:t>붙여넣기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Part No + N.csv</a:t>
            </a:r>
            <a:r>
              <a:rPr lang="ko-KR" altLang="en-US" dirty="0" smtClean="0"/>
              <a:t>로 저장</a:t>
            </a:r>
            <a:endParaRPr 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4581128"/>
            <a:ext cx="66198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7584" y="5013176"/>
            <a:ext cx="654367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MBD Macro </a:t>
            </a:r>
            <a:r>
              <a:rPr lang="ko-KR" altLang="en-US" dirty="0" smtClean="0"/>
              <a:t>사용법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124744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/>
            <a:r>
              <a:rPr lang="en-US" dirty="0" smtClean="0"/>
              <a:t>8. MBDPP-ALL_T.exe / </a:t>
            </a:r>
            <a:r>
              <a:rPr lang="ko-KR" altLang="en-US" dirty="0" smtClean="0"/>
              <a:t>지정된 파일 선택</a:t>
            </a:r>
            <a:r>
              <a:rPr lang="en-US" altLang="ko-KR" dirty="0" smtClean="0"/>
              <a:t>(N.csv </a:t>
            </a:r>
            <a:r>
              <a:rPr lang="ko-KR" altLang="en-US" dirty="0" smtClean="0"/>
              <a:t>파일선택 불가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OSM MBD NOTE 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-&gt;  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작성방법  동일 적용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916832"/>
            <a:ext cx="52863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169</Words>
  <Application>Microsoft Office PowerPoint</Application>
  <PresentationFormat>화면 슬라이드 쇼(4:3)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MBD Macro 사용법</vt:lpstr>
      <vt:lpstr>MBD Macro 사용법</vt:lpstr>
      <vt:lpstr>MBD Macro 사용법</vt:lpstr>
      <vt:lpstr>MBD Macro 사용법</vt:lpstr>
      <vt:lpstr>MBD Macro 사용법</vt:lpstr>
      <vt:lpstr>MBD Macro 사용법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MBD Macro 사용법</dc:title>
  <dc:creator>catadm</dc:creator>
  <cp:lastModifiedBy>catadm</cp:lastModifiedBy>
  <cp:revision>8</cp:revision>
  <dcterms:created xsi:type="dcterms:W3CDTF">2013-05-07T01:46:25Z</dcterms:created>
  <dcterms:modified xsi:type="dcterms:W3CDTF">2013-05-07T03:38:58Z</dcterms:modified>
</cp:coreProperties>
</file>