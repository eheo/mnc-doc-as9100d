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700" autoAdjust="0"/>
  </p:normalViewPr>
  <p:slideViewPr>
    <p:cSldViewPr>
      <p:cViewPr>
        <p:scale>
          <a:sx n="96" d="100"/>
          <a:sy n="96" d="100"/>
        </p:scale>
        <p:origin x="-96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01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609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46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685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68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89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34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9791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604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158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0E192-CD12-4890-A041-7B0B2953C3FA}" type="datetimeFigureOut">
              <a:rPr lang="ko-KR" altLang="en-US" smtClean="0"/>
              <a:t>2012-09-15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EAB8-DA5B-4A8D-9D3E-495055EDE3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44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620688"/>
            <a:ext cx="5259022" cy="338437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1844824"/>
            <a:ext cx="6300192" cy="4824536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1403648" y="2083333"/>
            <a:ext cx="1080121" cy="2580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083333"/>
            <a:ext cx="2952328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1. </a:t>
            </a:r>
            <a:r>
              <a:rPr lang="ko-KR" altLang="en-US" sz="1000" dirty="0" smtClean="0"/>
              <a:t>그림에서 보는 바와 같이  </a:t>
            </a:r>
            <a:r>
              <a:rPr lang="en-US" altLang="ko-KR" sz="1000" dirty="0" smtClean="0"/>
              <a:t>.RPT</a:t>
            </a:r>
            <a:r>
              <a:rPr lang="ko-KR" altLang="en-US" sz="1000" dirty="0" smtClean="0"/>
              <a:t> 파일을 만든다</a:t>
            </a:r>
            <a:r>
              <a:rPr lang="en-US" altLang="ko-KR" sz="1000" dirty="0" smtClean="0"/>
              <a:t>.</a:t>
            </a:r>
            <a:r>
              <a:rPr lang="ko-KR" altLang="en-US" sz="1000" dirty="0" smtClean="0"/>
              <a:t>   </a:t>
            </a:r>
            <a:endParaRPr lang="ko-KR" alt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3563888" y="2640383"/>
            <a:ext cx="2952328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2. FAIRPLAN-REQUEST.XLS </a:t>
            </a:r>
            <a:r>
              <a:rPr lang="ko-KR" altLang="en-US" sz="1000" dirty="0" smtClean="0"/>
              <a:t>파일을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실행한 후 왼쪽 그림에 보이는 바와 같이 자료입력 버튼을 누른다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sp>
        <p:nvSpPr>
          <p:cNvPr id="9" name="타원 8"/>
          <p:cNvSpPr/>
          <p:nvPr/>
        </p:nvSpPr>
        <p:spPr>
          <a:xfrm>
            <a:off x="2957843" y="2636912"/>
            <a:ext cx="390021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798487" y="76562"/>
            <a:ext cx="2213673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/>
              <a:t>FAIR</a:t>
            </a:r>
            <a:r>
              <a:rPr lang="ko-KR" altLang="en-US" sz="2000" dirty="0" smtClean="0"/>
              <a:t>작성 방법    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66219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6632"/>
            <a:ext cx="8640960" cy="6480720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1547665" y="2492896"/>
            <a:ext cx="3240360" cy="24482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950418" y="3450371"/>
            <a:ext cx="2952328" cy="1015663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2. </a:t>
            </a:r>
            <a:r>
              <a:rPr lang="ko-KR" altLang="en-US" sz="1000" dirty="0" smtClean="0"/>
              <a:t>그림과 같이 </a:t>
            </a:r>
            <a:r>
              <a:rPr lang="ko-KR" altLang="en-US" sz="1000" dirty="0" err="1" smtClean="0"/>
              <a:t>대화창이</a:t>
            </a:r>
            <a:r>
              <a:rPr lang="ko-KR" altLang="en-US" sz="1000" dirty="0" smtClean="0"/>
              <a:t> 나타나며</a:t>
            </a:r>
            <a:r>
              <a:rPr lang="en-US" altLang="ko-KR" sz="1000" dirty="0" smtClean="0"/>
              <a:t>, &lt;</a:t>
            </a:r>
            <a:r>
              <a:rPr lang="ko-KR" altLang="en-US" sz="1000" dirty="0" smtClean="0"/>
              <a:t>입력 파일 지정</a:t>
            </a:r>
            <a:r>
              <a:rPr lang="en-US" altLang="ko-KR" sz="1000" dirty="0" smtClean="0"/>
              <a:t>&gt;</a:t>
            </a:r>
            <a:r>
              <a:rPr lang="ko-KR" altLang="en-US" sz="1000" dirty="0" err="1" smtClean="0"/>
              <a:t>란에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RPT</a:t>
            </a:r>
            <a:r>
              <a:rPr lang="ko-KR" altLang="en-US" sz="1000" dirty="0" smtClean="0"/>
              <a:t> 파일  있는 곳을 찾아 직접 입력한다</a:t>
            </a:r>
            <a:r>
              <a:rPr lang="en-US" altLang="ko-KR" sz="1000" dirty="0" smtClean="0"/>
              <a:t>.</a:t>
            </a:r>
            <a:r>
              <a:rPr lang="ko-KR" altLang="en-US" sz="1000" dirty="0" smtClean="0"/>
              <a:t>  </a:t>
            </a:r>
            <a:endParaRPr lang="en-US" altLang="ko-KR" sz="1000" dirty="0" smtClean="0"/>
          </a:p>
          <a:p>
            <a:r>
              <a:rPr lang="ko-KR" altLang="en-US" sz="1000" dirty="0" smtClean="0"/>
              <a:t>예</a:t>
            </a:r>
            <a:r>
              <a:rPr lang="en-US" altLang="ko-KR" sz="1000" dirty="0" smtClean="0"/>
              <a:t>) E:\FAIR\626Z3190-40.RPT 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</a:t>
            </a:r>
            <a:r>
              <a:rPr lang="ko-KR" altLang="en-US" sz="1000" dirty="0" smtClean="0"/>
              <a:t>반드시 </a:t>
            </a:r>
            <a:r>
              <a:rPr lang="en-US" altLang="ko-KR" sz="1000" dirty="0" smtClean="0"/>
              <a:t>\&lt;&lt;&lt;</a:t>
            </a:r>
            <a:r>
              <a:rPr lang="ko-KR" altLang="en-US" sz="1000" dirty="0" smtClean="0"/>
              <a:t>을 써주고 대소문자 구별은 </a:t>
            </a:r>
            <a:r>
              <a:rPr lang="ko-KR" altLang="en-US" sz="1000" dirty="0" err="1" smtClean="0"/>
              <a:t>없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</a:t>
            </a:r>
            <a:r>
              <a:rPr lang="ko-KR" altLang="en-US" sz="1000" dirty="0" smtClean="0"/>
              <a:t>어도 된다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259" y="116632"/>
            <a:ext cx="4699552" cy="3024336"/>
          </a:xfrm>
          <a:prstGeom prst="rect">
            <a:avLst/>
          </a:prstGeom>
        </p:spPr>
      </p:pic>
      <p:sp>
        <p:nvSpPr>
          <p:cNvPr id="8" name="타원 7"/>
          <p:cNvSpPr/>
          <p:nvPr/>
        </p:nvSpPr>
        <p:spPr>
          <a:xfrm>
            <a:off x="5524434" y="1413190"/>
            <a:ext cx="902148" cy="23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 flipV="1">
            <a:off x="3779912" y="3212976"/>
            <a:ext cx="1170506" cy="51439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324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640"/>
            <a:ext cx="8640960" cy="6552727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1547665" y="2492896"/>
            <a:ext cx="3240360" cy="24482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950418" y="3450371"/>
            <a:ext cx="2952328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3. </a:t>
            </a:r>
            <a:r>
              <a:rPr lang="ko-KR" altLang="en-US" sz="1000" dirty="0" smtClean="0"/>
              <a:t>모두 입력한 후에 </a:t>
            </a:r>
            <a:r>
              <a:rPr lang="en-US" altLang="ko-KR" sz="1000" dirty="0" smtClean="0"/>
              <a:t>&lt;RPT</a:t>
            </a:r>
            <a:r>
              <a:rPr lang="ko-KR" altLang="en-US" sz="1000" dirty="0" smtClean="0"/>
              <a:t>자료등록</a:t>
            </a:r>
            <a:r>
              <a:rPr lang="en-US" altLang="ko-KR" sz="1000" dirty="0" smtClean="0"/>
              <a:t>&gt;</a:t>
            </a:r>
            <a:r>
              <a:rPr lang="ko-KR" altLang="en-US" sz="1000" dirty="0" smtClean="0"/>
              <a:t>버튼을 누르면 이 그림과 같이 마지막에 </a:t>
            </a:r>
            <a:r>
              <a:rPr lang="en-US" altLang="ko-KR" sz="1000" dirty="0" smtClean="0"/>
              <a:t>ATTACHMENT </a:t>
            </a:r>
            <a:r>
              <a:rPr lang="ko-KR" altLang="en-US" sz="1000" dirty="0" smtClean="0"/>
              <a:t>그림이 나오게 된다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cxnSp>
        <p:nvCxnSpPr>
          <p:cNvPr id="7" name="직선 화살표 연결선 6"/>
          <p:cNvCxnSpPr>
            <a:stCxn id="6" idx="1"/>
          </p:cNvCxnSpPr>
          <p:nvPr/>
        </p:nvCxnSpPr>
        <p:spPr>
          <a:xfrm flipH="1">
            <a:off x="3131840" y="3727370"/>
            <a:ext cx="1818578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602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640"/>
            <a:ext cx="8712968" cy="6552728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797603" y="6357486"/>
            <a:ext cx="390021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635896" y="5661248"/>
            <a:ext cx="2952328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4. &lt;FORM 1&gt;</a:t>
            </a:r>
            <a:r>
              <a:rPr lang="ko-KR" altLang="en-US" sz="1000" dirty="0" err="1" smtClean="0"/>
              <a:t>란을</a:t>
            </a:r>
            <a:r>
              <a:rPr lang="ko-KR" altLang="en-US" sz="1000" dirty="0" smtClean="0"/>
              <a:t> 누르면 위의 그림과 같이 나</a:t>
            </a:r>
            <a:endParaRPr lang="en-US" altLang="ko-KR" sz="1000" dirty="0" smtClean="0"/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</a:t>
            </a:r>
            <a:r>
              <a:rPr lang="ko-KR" altLang="en-US" sz="1000" dirty="0" err="1" smtClean="0"/>
              <a:t>타난다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cxnSp>
        <p:nvCxnSpPr>
          <p:cNvPr id="7" name="직선 화살표 연결선 6"/>
          <p:cNvCxnSpPr>
            <a:stCxn id="6" idx="1"/>
          </p:cNvCxnSpPr>
          <p:nvPr/>
        </p:nvCxnSpPr>
        <p:spPr>
          <a:xfrm flipH="1">
            <a:off x="1187624" y="5861303"/>
            <a:ext cx="2448272" cy="676203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22573" y="2644407"/>
            <a:ext cx="390021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244065" y="2636912"/>
            <a:ext cx="895227" cy="21544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KAL-ASD(NDT)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7175" y="2132856"/>
            <a:ext cx="3819161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ATTACHMENT</a:t>
            </a:r>
            <a:r>
              <a:rPr lang="ko-KR" altLang="en-US" sz="800" dirty="0" smtClean="0"/>
              <a:t>에서 </a:t>
            </a:r>
            <a:r>
              <a:rPr lang="en-US" altLang="ko-KR" sz="800" dirty="0" smtClean="0"/>
              <a:t>MBDPL 1</a:t>
            </a:r>
            <a:r>
              <a:rPr lang="ko-KR" altLang="en-US" sz="800" dirty="0" smtClean="0"/>
              <a:t>개 </a:t>
            </a:r>
            <a:r>
              <a:rPr lang="ko-KR" altLang="en-US" sz="800" dirty="0" err="1" smtClean="0"/>
              <a:t>일경우</a:t>
            </a:r>
            <a:r>
              <a:rPr lang="ko-KR" altLang="en-US" sz="800" dirty="0" smtClean="0"/>
              <a:t> </a:t>
            </a:r>
            <a:r>
              <a:rPr lang="en-US" altLang="ko-KR" sz="800" dirty="0" smtClean="0"/>
              <a:t>: NEW</a:t>
            </a:r>
          </a:p>
          <a:p>
            <a:r>
              <a:rPr lang="en-US" altLang="ko-KR" sz="800" dirty="0" smtClean="0"/>
              <a:t>ATTACHMENT</a:t>
            </a:r>
            <a:r>
              <a:rPr lang="ko-KR" altLang="en-US" sz="800" dirty="0" smtClean="0"/>
              <a:t>에서 </a:t>
            </a:r>
            <a:r>
              <a:rPr lang="en-US" altLang="ko-KR" sz="800" dirty="0" smtClean="0"/>
              <a:t>MBDPL</a:t>
            </a:r>
            <a:r>
              <a:rPr lang="ko-KR" altLang="en-US" sz="800" dirty="0" smtClean="0"/>
              <a:t>이 </a:t>
            </a:r>
            <a:r>
              <a:rPr lang="en-US" altLang="ko-KR" sz="800" dirty="0" smtClean="0"/>
              <a:t>2</a:t>
            </a:r>
            <a:r>
              <a:rPr lang="ko-KR" altLang="en-US" sz="800" dirty="0" smtClean="0"/>
              <a:t>개 이상일 경우 </a:t>
            </a:r>
            <a:r>
              <a:rPr lang="en-US" altLang="ko-KR" sz="800" dirty="0" smtClean="0"/>
              <a:t>: SEE ATTACHMENT#1</a:t>
            </a:r>
            <a:r>
              <a:rPr lang="ko-KR" altLang="en-US" sz="800" dirty="0" smtClean="0"/>
              <a:t>을 친다</a:t>
            </a:r>
            <a:r>
              <a:rPr lang="en-US" altLang="ko-KR" sz="800" dirty="0" smtClean="0"/>
              <a:t>.</a:t>
            </a:r>
          </a:p>
        </p:txBody>
      </p:sp>
      <p:cxnSp>
        <p:nvCxnSpPr>
          <p:cNvPr id="13" name="직선 화살표 연결선 12"/>
          <p:cNvCxnSpPr>
            <a:stCxn id="12" idx="1"/>
          </p:cNvCxnSpPr>
          <p:nvPr/>
        </p:nvCxnSpPr>
        <p:spPr>
          <a:xfrm flipH="1">
            <a:off x="971601" y="2302133"/>
            <a:ext cx="2805574" cy="118755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74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640"/>
            <a:ext cx="8712968" cy="6552728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194502" y="285293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>
            <a:endCxn id="5" idx="6"/>
          </p:cNvCxnSpPr>
          <p:nvPr/>
        </p:nvCxnSpPr>
        <p:spPr>
          <a:xfrm flipH="1">
            <a:off x="482534" y="2960448"/>
            <a:ext cx="4161474" cy="3650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44008" y="2760393"/>
            <a:ext cx="2520280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5. 11~13</a:t>
            </a:r>
            <a:r>
              <a:rPr lang="ko-KR" altLang="en-US" sz="1000" dirty="0" smtClean="0"/>
              <a:t>번 </a:t>
            </a:r>
            <a:r>
              <a:rPr lang="ko-KR" altLang="en-US" sz="1000" dirty="0" err="1" smtClean="0"/>
              <a:t>란은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행크기가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21</a:t>
            </a:r>
            <a:r>
              <a:rPr lang="ko-KR" altLang="en-US" sz="1000" dirty="0" smtClean="0"/>
              <a:t>로 맞춘다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9" name="직선 화살표 연결선 8"/>
          <p:cNvCxnSpPr/>
          <p:nvPr/>
        </p:nvCxnSpPr>
        <p:spPr>
          <a:xfrm flipH="1" flipV="1">
            <a:off x="1669195" y="3103287"/>
            <a:ext cx="3168352" cy="1519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824718" y="3023773"/>
            <a:ext cx="1763506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6. </a:t>
            </a:r>
            <a:r>
              <a:rPr lang="ko-KR" altLang="en-US" sz="1000" dirty="0" smtClean="0"/>
              <a:t>글자 크기를 진하게 한다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12" name="타원 11"/>
          <p:cNvSpPr/>
          <p:nvPr/>
        </p:nvSpPr>
        <p:spPr>
          <a:xfrm>
            <a:off x="251520" y="3140968"/>
            <a:ext cx="216024" cy="21602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H="1" flipV="1">
            <a:off x="467544" y="3263285"/>
            <a:ext cx="4140460" cy="201719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608004" y="3326795"/>
            <a:ext cx="2484275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7. 14~15</a:t>
            </a:r>
            <a:r>
              <a:rPr lang="ko-KR" altLang="en-US" sz="1000" dirty="0" smtClean="0"/>
              <a:t>번 </a:t>
            </a:r>
            <a:r>
              <a:rPr lang="ko-KR" altLang="en-US" sz="1000" dirty="0" err="1" smtClean="0"/>
              <a:t>란은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행크기를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15</a:t>
            </a:r>
            <a:r>
              <a:rPr lang="ko-KR" altLang="en-US" sz="1000" dirty="0" smtClean="0"/>
              <a:t>로 맞춘다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16" name="타원 15"/>
          <p:cNvSpPr/>
          <p:nvPr/>
        </p:nvSpPr>
        <p:spPr>
          <a:xfrm>
            <a:off x="2123728" y="2728463"/>
            <a:ext cx="648072" cy="2429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467544" y="2716415"/>
            <a:ext cx="648072" cy="2429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 flipH="1">
            <a:off x="1043608" y="2132856"/>
            <a:ext cx="625587" cy="595607"/>
          </a:xfrm>
          <a:prstGeom prst="straightConnector1">
            <a:avLst/>
          </a:prstGeom>
          <a:ln w="127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endCxn id="16" idx="1"/>
          </p:cNvCxnSpPr>
          <p:nvPr/>
        </p:nvCxnSpPr>
        <p:spPr>
          <a:xfrm>
            <a:off x="1907704" y="2132856"/>
            <a:ext cx="310932" cy="631190"/>
          </a:xfrm>
          <a:prstGeom prst="straightConnector1">
            <a:avLst/>
          </a:prstGeom>
          <a:ln w="12700">
            <a:solidFill>
              <a:srgbClr val="00B0F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87970" y="1877398"/>
            <a:ext cx="2935958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8. 2</a:t>
            </a:r>
            <a:r>
              <a:rPr lang="ko-KR" altLang="en-US" sz="1000" dirty="0" smtClean="0"/>
              <a:t>글자를 따로 잘라내서 옆에 칸으로 이동</a:t>
            </a:r>
            <a:endParaRPr lang="en-US" altLang="ko-KR" sz="1000" dirty="0" smtClean="0"/>
          </a:p>
          <a:p>
            <a:r>
              <a:rPr lang="ko-KR" altLang="en-US" sz="1000" dirty="0" smtClean="0"/>
              <a:t>예</a:t>
            </a:r>
            <a:r>
              <a:rPr lang="en-US" altLang="ko-KR" sz="1000" dirty="0" smtClean="0"/>
              <a:t>&gt; DETAIL FAI            ASSEMBLY FAI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994702" y="2101405"/>
            <a:ext cx="157925" cy="108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3355359" y="2095381"/>
            <a:ext cx="157925" cy="1080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09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88640"/>
            <a:ext cx="8712968" cy="6552728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194502" y="3322458"/>
            <a:ext cx="288032" cy="3945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/>
          <p:cNvCxnSpPr/>
          <p:nvPr/>
        </p:nvCxnSpPr>
        <p:spPr>
          <a:xfrm flipH="1">
            <a:off x="482534" y="3465005"/>
            <a:ext cx="4125470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08004" y="3326795"/>
            <a:ext cx="2484275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8</a:t>
            </a:r>
            <a:r>
              <a:rPr lang="en-US" altLang="ko-KR" sz="1000" dirty="0" smtClean="0"/>
              <a:t>. 16~19</a:t>
            </a:r>
            <a:r>
              <a:rPr lang="ko-KR" altLang="en-US" sz="1000" dirty="0" smtClean="0"/>
              <a:t>번 </a:t>
            </a:r>
            <a:r>
              <a:rPr lang="ko-KR" altLang="en-US" sz="1000" dirty="0" err="1" smtClean="0"/>
              <a:t>란은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행크기를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24</a:t>
            </a:r>
            <a:r>
              <a:rPr lang="ko-KR" altLang="en-US" sz="1000" dirty="0" smtClean="0"/>
              <a:t>로 맞춘다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003" y="3573016"/>
            <a:ext cx="2484275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9</a:t>
            </a:r>
            <a:r>
              <a:rPr lang="en-US" altLang="ko-KR" sz="1000" dirty="0" smtClean="0"/>
              <a:t>. 16</a:t>
            </a:r>
            <a:r>
              <a:rPr lang="ko-KR" altLang="en-US" sz="1000" dirty="0" err="1" smtClean="0"/>
              <a:t>란은</a:t>
            </a:r>
            <a:r>
              <a:rPr lang="ko-KR" altLang="en-US" sz="1000" dirty="0" smtClean="0"/>
              <a:t> 병합하고 가운데 </a:t>
            </a:r>
            <a:r>
              <a:rPr lang="ko-KR" altLang="en-US" sz="1000" dirty="0" err="1" smtClean="0"/>
              <a:t>맞춤한다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11" name="타원 10"/>
          <p:cNvSpPr/>
          <p:nvPr/>
        </p:nvSpPr>
        <p:spPr>
          <a:xfrm>
            <a:off x="194502" y="3933056"/>
            <a:ext cx="288032" cy="3945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>
            <a:stCxn id="10" idx="1"/>
            <a:endCxn id="11" idx="6"/>
          </p:cNvCxnSpPr>
          <p:nvPr/>
        </p:nvCxnSpPr>
        <p:spPr>
          <a:xfrm flipH="1">
            <a:off x="482534" y="3696127"/>
            <a:ext cx="4125469" cy="43421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/>
          <p:cNvSpPr/>
          <p:nvPr/>
        </p:nvSpPr>
        <p:spPr>
          <a:xfrm>
            <a:off x="224482" y="3717032"/>
            <a:ext cx="216024" cy="21602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 flipH="1" flipV="1">
            <a:off x="440506" y="3840143"/>
            <a:ext cx="3555430" cy="97791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03431" y="4694947"/>
            <a:ext cx="2152745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10. 20~21</a:t>
            </a:r>
            <a:r>
              <a:rPr lang="ko-KR" altLang="en-US" sz="1000" dirty="0" err="1" smtClean="0"/>
              <a:t>란은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행크기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15</a:t>
            </a:r>
            <a:r>
              <a:rPr lang="ko-KR" altLang="en-US" sz="1000" dirty="0" smtClean="0"/>
              <a:t>로 맞춘다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14" name="직선 화살표 연결선 13"/>
          <p:cNvCxnSpPr/>
          <p:nvPr/>
        </p:nvCxnSpPr>
        <p:spPr>
          <a:xfrm flipH="1" flipV="1">
            <a:off x="439402" y="4285685"/>
            <a:ext cx="1972358" cy="609317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55676" y="4902861"/>
            <a:ext cx="1620179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11. </a:t>
            </a:r>
            <a:r>
              <a:rPr lang="ko-KR" altLang="en-US" sz="1000" dirty="0" err="1" smtClean="0"/>
              <a:t>행크기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24</a:t>
            </a:r>
            <a:r>
              <a:rPr lang="ko-KR" altLang="en-US" sz="1000" dirty="0" smtClean="0"/>
              <a:t>로 맞춘다</a:t>
            </a:r>
            <a:r>
              <a:rPr lang="en-US" altLang="ko-KR" sz="1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179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6632"/>
            <a:ext cx="8784976" cy="6624736"/>
          </a:xfrm>
        </p:spPr>
      </p:pic>
      <p:sp>
        <p:nvSpPr>
          <p:cNvPr id="5" name="TextBox 4"/>
          <p:cNvSpPr txBox="1"/>
          <p:nvPr/>
        </p:nvSpPr>
        <p:spPr>
          <a:xfrm>
            <a:off x="899592" y="4653136"/>
            <a:ext cx="2880320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10. </a:t>
            </a:r>
            <a:r>
              <a:rPr lang="ko-KR" altLang="en-US" sz="1000" dirty="0" smtClean="0"/>
              <a:t>화면에서 보듯이 </a:t>
            </a:r>
            <a:r>
              <a:rPr lang="en-US" altLang="ko-KR" sz="1000" dirty="0" smtClean="0"/>
              <a:t>17</a:t>
            </a:r>
            <a:r>
              <a:rPr lang="ko-KR" altLang="en-US" sz="1000" dirty="0" smtClean="0"/>
              <a:t>번 </a:t>
            </a:r>
            <a:r>
              <a:rPr lang="ko-KR" altLang="en-US" sz="1000" dirty="0" err="1" smtClean="0"/>
              <a:t>란은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행크기를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24</a:t>
            </a:r>
            <a:r>
              <a:rPr lang="ko-KR" altLang="en-US" sz="1000" dirty="0" smtClean="0"/>
              <a:t>로 하고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채우기에서 색을 그림과 같이 지정한다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6" name="타원 5"/>
          <p:cNvSpPr/>
          <p:nvPr/>
        </p:nvSpPr>
        <p:spPr>
          <a:xfrm>
            <a:off x="231977" y="3861048"/>
            <a:ext cx="216024" cy="21602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endCxn id="6" idx="5"/>
          </p:cNvCxnSpPr>
          <p:nvPr/>
        </p:nvCxnSpPr>
        <p:spPr>
          <a:xfrm flipH="1" flipV="1">
            <a:off x="416365" y="4045436"/>
            <a:ext cx="627244" cy="60770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8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260648"/>
            <a:ext cx="8784976" cy="6480720"/>
          </a:xfrm>
        </p:spPr>
      </p:pic>
      <p:sp>
        <p:nvSpPr>
          <p:cNvPr id="5" name="TextBox 4"/>
          <p:cNvSpPr txBox="1"/>
          <p:nvPr/>
        </p:nvSpPr>
        <p:spPr>
          <a:xfrm>
            <a:off x="899592" y="4653136"/>
            <a:ext cx="3240360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12. </a:t>
            </a:r>
            <a:r>
              <a:rPr lang="ko-KR" altLang="en-US" sz="1000" dirty="0" smtClean="0"/>
              <a:t>화면에서 보듯이 </a:t>
            </a:r>
            <a:r>
              <a:rPr lang="en-US" altLang="ko-KR" sz="1000" dirty="0" smtClean="0"/>
              <a:t>18</a:t>
            </a:r>
            <a:r>
              <a:rPr lang="ko-KR" altLang="en-US" sz="1000" dirty="0" smtClean="0"/>
              <a:t>번 란 </a:t>
            </a:r>
            <a:r>
              <a:rPr lang="en-US" altLang="ko-KR" sz="1000" dirty="0" smtClean="0"/>
              <a:t>17.PART S/N</a:t>
            </a:r>
            <a:r>
              <a:rPr lang="ko-KR" altLang="en-US" sz="1000" dirty="0" smtClean="0"/>
              <a:t>에 </a:t>
            </a:r>
            <a:r>
              <a:rPr lang="en-US" altLang="ko-KR" sz="1000" dirty="0" smtClean="0"/>
              <a:t>2</a:t>
            </a:r>
            <a:r>
              <a:rPr lang="ko-KR" altLang="en-US" sz="1000" dirty="0" smtClean="0"/>
              <a:t>칸으로 되어 </a:t>
            </a:r>
            <a:r>
              <a:rPr lang="ko-KR" altLang="en-US" sz="1000" dirty="0" err="1" smtClean="0"/>
              <a:t>있는것이</a:t>
            </a:r>
            <a:r>
              <a:rPr lang="ko-KR" altLang="en-US" sz="1000" dirty="0" smtClean="0"/>
              <a:t> 보인다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여기에서 </a:t>
            </a:r>
            <a:r>
              <a:rPr lang="ko-KR" altLang="en-US" sz="1000" dirty="0" err="1" smtClean="0"/>
              <a:t>셀서식</a:t>
            </a:r>
            <a:r>
              <a:rPr lang="ko-KR" altLang="en-US" sz="1000" dirty="0" smtClean="0"/>
              <a:t> 그림에서 보이듯이 오른쪽에 선을 그어주고 아래쪽으로 복사를 누른다</a:t>
            </a:r>
            <a:r>
              <a:rPr lang="en-US" altLang="ko-KR" sz="1000" dirty="0" smtClean="0"/>
              <a:t>.(</a:t>
            </a:r>
            <a:r>
              <a:rPr lang="ko-KR" altLang="en-US" sz="1000" dirty="0" smtClean="0"/>
              <a:t>복사 </a:t>
            </a:r>
            <a:r>
              <a:rPr lang="en-US" altLang="ko-KR" sz="1000" dirty="0" smtClean="0"/>
              <a:t>: Ctrl + C, </a:t>
            </a:r>
            <a:r>
              <a:rPr lang="ko-KR" altLang="en-US" sz="1000" dirty="0" err="1" smtClean="0"/>
              <a:t>붙여넣기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: Ctrl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+ V</a:t>
            </a:r>
            <a:r>
              <a:rPr lang="en-US" altLang="ko-KR" sz="1000" dirty="0"/>
              <a:t>)</a:t>
            </a:r>
            <a:endParaRPr lang="en-US" altLang="ko-KR" sz="1000" dirty="0" smtClean="0"/>
          </a:p>
        </p:txBody>
      </p:sp>
      <p:sp>
        <p:nvSpPr>
          <p:cNvPr id="6" name="타원 5"/>
          <p:cNvSpPr/>
          <p:nvPr/>
        </p:nvSpPr>
        <p:spPr>
          <a:xfrm>
            <a:off x="157027" y="4164070"/>
            <a:ext cx="216024" cy="216024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endCxn id="6" idx="5"/>
          </p:cNvCxnSpPr>
          <p:nvPr/>
        </p:nvCxnSpPr>
        <p:spPr>
          <a:xfrm flipH="1" flipV="1">
            <a:off x="341415" y="4348458"/>
            <a:ext cx="558178" cy="30468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507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6632"/>
            <a:ext cx="8424935" cy="6552728"/>
          </a:xfrm>
        </p:spPr>
      </p:pic>
      <p:sp>
        <p:nvSpPr>
          <p:cNvPr id="5" name="타원 4"/>
          <p:cNvSpPr/>
          <p:nvPr/>
        </p:nvSpPr>
        <p:spPr>
          <a:xfrm>
            <a:off x="611560" y="5661247"/>
            <a:ext cx="1152128" cy="2160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771800" y="5523329"/>
            <a:ext cx="3240360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13. </a:t>
            </a:r>
            <a:r>
              <a:rPr lang="ko-KR" altLang="en-US" sz="1000" dirty="0" smtClean="0"/>
              <a:t>그림에서</a:t>
            </a:r>
            <a:r>
              <a:rPr lang="en-US" altLang="ko-KR" sz="1000" dirty="0"/>
              <a:t> </a:t>
            </a:r>
            <a:r>
              <a:rPr lang="ko-KR" altLang="en-US" sz="1000" dirty="0" smtClean="0"/>
              <a:t>보는 것과 같이 </a:t>
            </a:r>
            <a:r>
              <a:rPr lang="en-US" altLang="ko-KR" sz="1000" dirty="0" smtClean="0"/>
              <a:t>18~19</a:t>
            </a:r>
            <a:r>
              <a:rPr lang="ko-KR" altLang="en-US" sz="1000" dirty="0" smtClean="0"/>
              <a:t>번 </a:t>
            </a:r>
            <a:r>
              <a:rPr lang="ko-KR" altLang="en-US" sz="1000" dirty="0" err="1" smtClean="0"/>
              <a:t>란을</a:t>
            </a:r>
            <a:r>
              <a:rPr lang="ko-KR" altLang="en-US" sz="1000" dirty="0" smtClean="0"/>
              <a:t> 복사 해서 선택하여 붙여 넣기로 </a:t>
            </a:r>
            <a:r>
              <a:rPr lang="en-US" altLang="ko-KR" sz="1000" dirty="0" smtClean="0"/>
              <a:t>19</a:t>
            </a:r>
            <a:r>
              <a:rPr lang="ko-KR" altLang="en-US" sz="1000" dirty="0" err="1" smtClean="0"/>
              <a:t>번란</a:t>
            </a:r>
            <a:r>
              <a:rPr lang="ko-KR" altLang="en-US" sz="1000" dirty="0" smtClean="0"/>
              <a:t> 아래쪽에 붙여 넣고 내용을 지운다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그 후 같은 방법으로 계속 해서 빈칸을 만들어 </a:t>
            </a:r>
            <a:r>
              <a:rPr lang="en-US" altLang="ko-KR" sz="1000" dirty="0" smtClean="0"/>
              <a:t>A4</a:t>
            </a:r>
            <a:r>
              <a:rPr lang="ko-KR" altLang="en-US" sz="1000" dirty="0" smtClean="0"/>
              <a:t>크기 </a:t>
            </a:r>
            <a:r>
              <a:rPr lang="ko-KR" altLang="en-US" sz="1000" dirty="0" err="1" smtClean="0"/>
              <a:t>한장</a:t>
            </a:r>
            <a:r>
              <a:rPr lang="ko-KR" altLang="en-US" sz="1000" dirty="0" smtClean="0"/>
              <a:t> 정도 들어가도록 만들어준다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7" name="직선 화살표 연결선 6"/>
          <p:cNvCxnSpPr>
            <a:endCxn id="5" idx="6"/>
          </p:cNvCxnSpPr>
          <p:nvPr/>
        </p:nvCxnSpPr>
        <p:spPr>
          <a:xfrm flipH="1" flipV="1">
            <a:off x="1763688" y="5769260"/>
            <a:ext cx="1008112" cy="10801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76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88640"/>
            <a:ext cx="5436096" cy="6480720"/>
          </a:xfrm>
        </p:spPr>
      </p:pic>
      <p:sp>
        <p:nvSpPr>
          <p:cNvPr id="5" name="TextBox 4"/>
          <p:cNvSpPr txBox="1"/>
          <p:nvPr/>
        </p:nvSpPr>
        <p:spPr>
          <a:xfrm>
            <a:off x="5796136" y="548680"/>
            <a:ext cx="3240360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14. </a:t>
            </a:r>
            <a:r>
              <a:rPr lang="ko-KR" altLang="en-US" sz="1000" dirty="0" smtClean="0"/>
              <a:t>위에서 설명한 것 들을 모두 완성하면 지금 그림과 같은 모양의 문서가 만들어 지며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이것은 </a:t>
            </a:r>
            <a:r>
              <a:rPr lang="en-US" altLang="ko-KR" sz="1000" dirty="0" smtClean="0"/>
              <a:t>FORM 1</a:t>
            </a:r>
            <a:r>
              <a:rPr lang="ko-KR" altLang="en-US" sz="1000" dirty="0" smtClean="0"/>
              <a:t>의 완성 모습이다</a:t>
            </a:r>
            <a:r>
              <a:rPr lang="en-US" altLang="ko-KR" sz="1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749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6632"/>
            <a:ext cx="8712968" cy="6624736"/>
          </a:xfrm>
        </p:spPr>
      </p:pic>
      <p:sp>
        <p:nvSpPr>
          <p:cNvPr id="6" name="타원 5"/>
          <p:cNvSpPr/>
          <p:nvPr/>
        </p:nvSpPr>
        <p:spPr>
          <a:xfrm>
            <a:off x="1165139" y="6339300"/>
            <a:ext cx="36004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267744" y="5589240"/>
            <a:ext cx="3240360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17. ATTACHMENT TAB</a:t>
            </a:r>
            <a:r>
              <a:rPr lang="ko-KR" altLang="en-US" sz="1000" dirty="0" smtClean="0"/>
              <a:t>을 누르고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여기 형식은 모두 </a:t>
            </a:r>
            <a:r>
              <a:rPr lang="ko-KR" altLang="en-US" sz="1000" dirty="0" err="1" smtClean="0"/>
              <a:t>행크기가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21</a:t>
            </a:r>
            <a:r>
              <a:rPr lang="ko-KR" altLang="en-US" sz="1000" dirty="0" smtClean="0"/>
              <a:t>이다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도면의 </a:t>
            </a:r>
            <a:r>
              <a:rPr lang="en-US" altLang="ko-KR" sz="1000" dirty="0" smtClean="0"/>
              <a:t>REV </a:t>
            </a:r>
            <a:r>
              <a:rPr lang="ko-KR" altLang="en-US" sz="1000" dirty="0" smtClean="0"/>
              <a:t>정보를 가지고 있으며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조립에서 필요한 도면 이외 도면은 모두 삭제 한다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8" name="직선 화살표 연결선 7"/>
          <p:cNvCxnSpPr>
            <a:stCxn id="7" idx="1"/>
            <a:endCxn id="6" idx="7"/>
          </p:cNvCxnSpPr>
          <p:nvPr/>
        </p:nvCxnSpPr>
        <p:spPr>
          <a:xfrm flipH="1">
            <a:off x="1472452" y="5866239"/>
            <a:ext cx="795292" cy="525788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/>
          <p:cNvSpPr/>
          <p:nvPr/>
        </p:nvSpPr>
        <p:spPr>
          <a:xfrm>
            <a:off x="229035" y="3675004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211960" y="3717032"/>
            <a:ext cx="3240360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16. </a:t>
            </a:r>
            <a:r>
              <a:rPr lang="ko-KR" altLang="en-US" sz="1000" dirty="0" smtClean="0"/>
              <a:t>마지막에 </a:t>
            </a:r>
            <a:r>
              <a:rPr lang="ko-KR" altLang="en-US" sz="1000" dirty="0" err="1" smtClean="0"/>
              <a:t>한줄은</a:t>
            </a:r>
            <a:r>
              <a:rPr lang="ko-KR" altLang="en-US" sz="1000" dirty="0" smtClean="0"/>
              <a:t> 무조건 공란으로 해놓는다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결과물을 </a:t>
            </a:r>
            <a:r>
              <a:rPr lang="ko-KR" altLang="en-US" sz="1000" dirty="0" err="1" smtClean="0"/>
              <a:t>적을때</a:t>
            </a:r>
            <a:r>
              <a:rPr lang="ko-KR" altLang="en-US" sz="1000" dirty="0" smtClean="0"/>
              <a:t> 여기에 </a:t>
            </a:r>
            <a:r>
              <a:rPr lang="en-US" altLang="ko-KR" sz="1000" dirty="0" smtClean="0"/>
              <a:t>STAMPING</a:t>
            </a:r>
            <a:r>
              <a:rPr lang="ko-KR" altLang="en-US" sz="1000" dirty="0" smtClean="0"/>
              <a:t>을 한다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445059" y="3819020"/>
            <a:ext cx="3766902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1979712" y="2564904"/>
            <a:ext cx="0" cy="125411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67744" y="2636912"/>
            <a:ext cx="3240360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15. </a:t>
            </a:r>
            <a:r>
              <a:rPr lang="ko-KR" altLang="en-US" sz="1000" dirty="0" err="1" smtClean="0"/>
              <a:t>결과물적을때</a:t>
            </a:r>
            <a:r>
              <a:rPr lang="ko-KR" altLang="en-US" sz="1000" dirty="0" smtClean="0"/>
              <a:t> 여기 </a:t>
            </a:r>
            <a:r>
              <a:rPr lang="en-US" altLang="ko-KR" sz="1000" dirty="0" smtClean="0"/>
              <a:t>REV</a:t>
            </a:r>
            <a:r>
              <a:rPr lang="ko-KR" altLang="en-US" sz="1000" dirty="0" err="1" smtClean="0"/>
              <a:t>란에</a:t>
            </a:r>
            <a:r>
              <a:rPr lang="ko-KR" altLang="en-US" sz="1000" dirty="0" smtClean="0"/>
              <a:t> 모두 체크 표시를 하고 마지막 </a:t>
            </a:r>
            <a:r>
              <a:rPr lang="ko-KR" altLang="en-US" sz="1000" dirty="0" err="1" smtClean="0"/>
              <a:t>란에</a:t>
            </a:r>
            <a:r>
              <a:rPr lang="ko-KR" altLang="en-US" sz="1000" dirty="0" smtClean="0"/>
              <a:t> </a:t>
            </a:r>
            <a:r>
              <a:rPr lang="en-US" altLang="ko-KR" sz="1000" dirty="0" smtClean="0"/>
              <a:t>STAMPING</a:t>
            </a:r>
          </a:p>
        </p:txBody>
      </p:sp>
    </p:spTree>
    <p:extLst>
      <p:ext uri="{BB962C8B-B14F-4D97-AF65-F5344CB8AC3E}">
        <p14:creationId xmlns:p14="http://schemas.microsoft.com/office/powerpoint/2010/main" val="131612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6632"/>
            <a:ext cx="8712968" cy="6552728"/>
          </a:xfrm>
        </p:spPr>
      </p:pic>
      <p:sp>
        <p:nvSpPr>
          <p:cNvPr id="5" name="타원 4"/>
          <p:cNvSpPr/>
          <p:nvPr/>
        </p:nvSpPr>
        <p:spPr>
          <a:xfrm>
            <a:off x="1475656" y="6351348"/>
            <a:ext cx="288032" cy="2460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267744" y="5589240"/>
            <a:ext cx="3240360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18. FORM 2</a:t>
            </a:r>
            <a:r>
              <a:rPr lang="ko-KR" altLang="en-US" sz="1000" dirty="0" smtClean="0"/>
              <a:t>는 </a:t>
            </a:r>
            <a:r>
              <a:rPr lang="en-US" altLang="ko-KR" sz="1000" dirty="0" smtClean="0"/>
              <a:t>MATERIAL </a:t>
            </a:r>
            <a:r>
              <a:rPr lang="ko-KR" altLang="en-US" sz="1000" dirty="0" smtClean="0"/>
              <a:t>자재에 관한 정보가 나오는 곳이다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1691680" y="5866239"/>
            <a:ext cx="576064" cy="485109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96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6048672" cy="6192688"/>
          </a:xfrm>
        </p:spPr>
      </p:pic>
      <p:sp>
        <p:nvSpPr>
          <p:cNvPr id="5" name="TextBox 4"/>
          <p:cNvSpPr txBox="1"/>
          <p:nvPr/>
        </p:nvSpPr>
        <p:spPr>
          <a:xfrm>
            <a:off x="467544" y="5589240"/>
            <a:ext cx="3240360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19. </a:t>
            </a:r>
            <a:r>
              <a:rPr lang="ko-KR" altLang="en-US" sz="1000" dirty="0" smtClean="0"/>
              <a:t>위 그림에서 보듯이 마우스로 잡고 </a:t>
            </a:r>
            <a:r>
              <a:rPr lang="ko-KR" altLang="en-US" sz="1000" dirty="0" err="1" smtClean="0"/>
              <a:t>셀서식</a:t>
            </a:r>
            <a:r>
              <a:rPr lang="en-US" altLang="ko-KR" sz="1000" dirty="0" smtClean="0"/>
              <a:t>-</a:t>
            </a:r>
            <a:r>
              <a:rPr lang="ko-KR" altLang="en-US" sz="1000" dirty="0" smtClean="0"/>
              <a:t>맞춤</a:t>
            </a:r>
            <a:r>
              <a:rPr lang="en-US" altLang="ko-KR" sz="1000" dirty="0" smtClean="0"/>
              <a:t>-</a:t>
            </a:r>
            <a:r>
              <a:rPr lang="ko-KR" altLang="en-US" sz="1000" dirty="0" smtClean="0"/>
              <a:t>가로</a:t>
            </a:r>
            <a:r>
              <a:rPr lang="en-US" altLang="ko-KR" sz="1000" dirty="0" smtClean="0"/>
              <a:t>-</a:t>
            </a:r>
            <a:r>
              <a:rPr lang="ko-KR" altLang="en-US" sz="1000" dirty="0" smtClean="0"/>
              <a:t>왼쪽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들여쓰기</a:t>
            </a:r>
            <a:r>
              <a:rPr lang="en-US" altLang="ko-KR" sz="1000" dirty="0" smtClean="0"/>
              <a:t>)-</a:t>
            </a:r>
            <a:r>
              <a:rPr lang="ko-KR" altLang="en-US" sz="1000" dirty="0" smtClean="0"/>
              <a:t>텍스트 줄 바꿈</a:t>
            </a:r>
            <a:r>
              <a:rPr lang="en-US" altLang="ko-KR" sz="1000" dirty="0" smtClean="0"/>
              <a:t>(</a:t>
            </a:r>
            <a:r>
              <a:rPr lang="ko-KR" altLang="en-US" sz="1000" dirty="0" smtClean="0"/>
              <a:t>체크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형식으로 한다</a:t>
            </a:r>
            <a:r>
              <a:rPr lang="en-US" altLang="ko-KR" sz="1000" dirty="0" smtClean="0"/>
              <a:t>.(</a:t>
            </a:r>
            <a:r>
              <a:rPr lang="ko-KR" altLang="en-US" sz="1000" dirty="0" smtClean="0"/>
              <a:t>모두 완성하면 오른쪽 과 같이 된다</a:t>
            </a:r>
            <a:r>
              <a:rPr lang="en-US" altLang="ko-KR" sz="1000" dirty="0" smtClean="0"/>
              <a:t>.)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5129" y="836712"/>
            <a:ext cx="3898042" cy="5040560"/>
          </a:xfrm>
          <a:prstGeom prst="rect">
            <a:avLst/>
          </a:prstGeom>
        </p:spPr>
      </p:pic>
      <p:sp>
        <p:nvSpPr>
          <p:cNvPr id="9" name="오른쪽 화살표 8"/>
          <p:cNvSpPr/>
          <p:nvPr/>
        </p:nvSpPr>
        <p:spPr>
          <a:xfrm>
            <a:off x="4139952" y="3429000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39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6632"/>
            <a:ext cx="8640960" cy="6552728"/>
          </a:xfrm>
        </p:spPr>
      </p:pic>
      <p:sp>
        <p:nvSpPr>
          <p:cNvPr id="5" name="TextBox 4"/>
          <p:cNvSpPr txBox="1"/>
          <p:nvPr/>
        </p:nvSpPr>
        <p:spPr>
          <a:xfrm>
            <a:off x="3635896" y="2060848"/>
            <a:ext cx="2952328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알루미늄 자재를 뜻하는 것으로 삭제해야 한다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6" name="타원 5"/>
          <p:cNvSpPr/>
          <p:nvPr/>
        </p:nvSpPr>
        <p:spPr>
          <a:xfrm>
            <a:off x="452554" y="1931822"/>
            <a:ext cx="1239126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1703128" y="2183958"/>
            <a:ext cx="1932768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251520" y="2348880"/>
            <a:ext cx="21602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 flipH="1" flipV="1">
            <a:off x="452554" y="2492896"/>
            <a:ext cx="5271574" cy="86409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724128" y="3233881"/>
            <a:ext cx="3154466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기본적으로 행의 크기가 작은 것은 </a:t>
            </a:r>
            <a:r>
              <a:rPr lang="en-US" altLang="ko-KR" sz="1000" dirty="0" smtClean="0"/>
              <a:t>24</a:t>
            </a:r>
            <a:r>
              <a:rPr lang="ko-KR" altLang="en-US" sz="1000" dirty="0" smtClean="0"/>
              <a:t>로 맞춘다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16" name="타원 15"/>
          <p:cNvSpPr/>
          <p:nvPr/>
        </p:nvSpPr>
        <p:spPr>
          <a:xfrm>
            <a:off x="452554" y="3233881"/>
            <a:ext cx="1743182" cy="4111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/>
          <p:cNvCxnSpPr/>
          <p:nvPr/>
        </p:nvCxnSpPr>
        <p:spPr>
          <a:xfrm flipH="1" flipV="1">
            <a:off x="2195736" y="3480102"/>
            <a:ext cx="2132421" cy="380946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28156" y="3789040"/>
            <a:ext cx="3196171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</a:t>
            </a:r>
            <a:r>
              <a:rPr lang="ko-KR" altLang="en-US" sz="1000" dirty="0" smtClean="0"/>
              <a:t>칸을 합치고 왼쪽들여쓰기를 한다</a:t>
            </a:r>
            <a:r>
              <a:rPr lang="en-US" altLang="ko-KR" sz="1000" dirty="0" smtClean="0"/>
              <a:t>.(</a:t>
            </a:r>
            <a:r>
              <a:rPr lang="ko-KR" altLang="en-US" sz="1000" dirty="0" err="1" smtClean="0"/>
              <a:t>모든칸에</a:t>
            </a:r>
            <a:r>
              <a:rPr lang="ko-KR" altLang="en-US" sz="1000" dirty="0" smtClean="0"/>
              <a:t> 적용</a:t>
            </a:r>
            <a:r>
              <a:rPr lang="en-US" altLang="ko-KR" sz="1000" dirty="0" smtClean="0"/>
              <a:t>)</a:t>
            </a:r>
          </a:p>
        </p:txBody>
      </p:sp>
      <p:sp>
        <p:nvSpPr>
          <p:cNvPr id="20" name="타원 19"/>
          <p:cNvSpPr/>
          <p:nvPr/>
        </p:nvSpPr>
        <p:spPr>
          <a:xfrm>
            <a:off x="452554" y="4221088"/>
            <a:ext cx="1455150" cy="5040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1889270" y="4473116"/>
            <a:ext cx="1932768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37028" y="4350005"/>
            <a:ext cx="2952328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붕산 표면 </a:t>
            </a:r>
            <a:r>
              <a:rPr lang="ko-KR" altLang="en-US" sz="1000" dirty="0" err="1" smtClean="0"/>
              <a:t>아노다이징으로</a:t>
            </a:r>
            <a:r>
              <a:rPr lang="ko-KR" altLang="en-US" sz="1000" dirty="0" smtClean="0"/>
              <a:t> 가공에서 하는 작업 </a:t>
            </a:r>
            <a:r>
              <a:rPr lang="ko-KR" altLang="en-US" sz="1000" dirty="0" err="1" smtClean="0"/>
              <a:t>스펙이므로</a:t>
            </a:r>
            <a:r>
              <a:rPr lang="ko-KR" altLang="en-US" sz="1000" dirty="0" smtClean="0"/>
              <a:t> 조립에서는 무조건 삭제한다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23" name="타원 22"/>
          <p:cNvSpPr/>
          <p:nvPr/>
        </p:nvSpPr>
        <p:spPr>
          <a:xfrm>
            <a:off x="112057" y="5388206"/>
            <a:ext cx="575175" cy="10081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687232" y="5949280"/>
            <a:ext cx="2660632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47864" y="5805264"/>
            <a:ext cx="1965328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/>
              <a:t>행높이</a:t>
            </a:r>
            <a:r>
              <a:rPr lang="ko-KR" altLang="en-US" sz="1000" dirty="0" smtClean="0"/>
              <a:t> 모두 크기 </a:t>
            </a:r>
            <a:r>
              <a:rPr lang="en-US" altLang="ko-KR" sz="1000" dirty="0" smtClean="0"/>
              <a:t>24</a:t>
            </a:r>
            <a:r>
              <a:rPr lang="ko-KR" altLang="en-US" sz="1000" dirty="0" smtClean="0"/>
              <a:t>로 한다</a:t>
            </a:r>
            <a:r>
              <a:rPr lang="en-US" altLang="ko-KR" sz="10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664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60648"/>
            <a:ext cx="5706299" cy="6336704"/>
          </a:xfrm>
        </p:spPr>
      </p:pic>
      <p:sp>
        <p:nvSpPr>
          <p:cNvPr id="5" name="TextBox 4"/>
          <p:cNvSpPr txBox="1"/>
          <p:nvPr/>
        </p:nvSpPr>
        <p:spPr>
          <a:xfrm>
            <a:off x="5796136" y="620688"/>
            <a:ext cx="1368152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FORM 2 </a:t>
            </a:r>
            <a:r>
              <a:rPr lang="ko-KR" altLang="en-US" sz="1000" dirty="0" err="1" smtClean="0"/>
              <a:t>완성본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</p:txBody>
      </p:sp>
    </p:spTree>
    <p:extLst>
      <p:ext uri="{BB962C8B-B14F-4D97-AF65-F5344CB8AC3E}">
        <p14:creationId xmlns:p14="http://schemas.microsoft.com/office/powerpoint/2010/main" val="4199129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9144000" cy="5688632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6516216" y="1628800"/>
            <a:ext cx="1239126" cy="28803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5940152" y="4869160"/>
            <a:ext cx="2952328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CA626Z3190-43.asc </a:t>
            </a:r>
            <a:r>
              <a:rPr lang="ko-KR" altLang="en-US" sz="1000" dirty="0" smtClean="0"/>
              <a:t>파일을 열어보면 </a:t>
            </a:r>
            <a:r>
              <a:rPr lang="ko-KR" altLang="en-US" sz="1000" dirty="0" err="1" smtClean="0"/>
              <a:t>동그라미친</a:t>
            </a:r>
            <a:r>
              <a:rPr lang="ko-KR" altLang="en-US" sz="1000" dirty="0" smtClean="0"/>
              <a:t> 부분에 글 대신 </a:t>
            </a:r>
            <a:r>
              <a:rPr lang="en-US" altLang="ko-KR" sz="1000" dirty="0" smtClean="0"/>
              <a:t>---</a:t>
            </a:r>
            <a:r>
              <a:rPr lang="ko-KR" altLang="en-US" sz="1000" dirty="0" smtClean="0"/>
              <a:t>으로 되어있는 것을 알 수 있다</a:t>
            </a:r>
            <a:r>
              <a:rPr lang="en-US" altLang="ko-KR" sz="1000" dirty="0" smtClean="0"/>
              <a:t>. </a:t>
            </a:r>
            <a:r>
              <a:rPr lang="ko-KR" altLang="en-US" sz="1000" dirty="0" smtClean="0"/>
              <a:t>이것은 </a:t>
            </a:r>
            <a:r>
              <a:rPr lang="en-US" altLang="ko-KR" sz="1000" dirty="0" smtClean="0"/>
              <a:t>UPDATE</a:t>
            </a:r>
            <a:r>
              <a:rPr lang="ko-KR" altLang="en-US" sz="1000" dirty="0" smtClean="0"/>
              <a:t>가 필요한 </a:t>
            </a:r>
            <a:r>
              <a:rPr lang="en-US" altLang="ko-KR" sz="1000" dirty="0" smtClean="0"/>
              <a:t>IP</a:t>
            </a:r>
            <a:r>
              <a:rPr lang="ko-KR" altLang="en-US" sz="1000" dirty="0" smtClean="0"/>
              <a:t>이다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7020272" y="4509120"/>
            <a:ext cx="50946" cy="36004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1267127" y="4126595"/>
            <a:ext cx="86409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1699175" y="4452402"/>
            <a:ext cx="50946" cy="36004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71599" y="4812442"/>
            <a:ext cx="1767277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IP UPDATE</a:t>
            </a:r>
            <a:r>
              <a:rPr lang="ko-KR" altLang="en-US" sz="1000" dirty="0" smtClean="0"/>
              <a:t>에 필요한 파일</a:t>
            </a:r>
            <a:endParaRPr lang="en-US" altLang="ko-KR" sz="10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2738877" y="332656"/>
            <a:ext cx="3561315" cy="3231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Arial" pitchFamily="34" charset="0"/>
                <a:cs typeface="Arial" pitchFamily="34" charset="0"/>
              </a:rPr>
              <a:t>FORM 3</a:t>
            </a:r>
            <a:r>
              <a:rPr lang="ko-KR" altLang="en-US" sz="1500" dirty="0" smtClean="0">
                <a:latin typeface="Arial" pitchFamily="34" charset="0"/>
                <a:cs typeface="Arial" pitchFamily="34" charset="0"/>
              </a:rPr>
              <a:t>를 위한 사전작업</a:t>
            </a:r>
            <a:r>
              <a:rPr lang="en-US" altLang="ko-KR" sz="1500" dirty="0" smtClean="0">
                <a:latin typeface="Arial" pitchFamily="34" charset="0"/>
                <a:cs typeface="Arial" pitchFamily="34" charset="0"/>
              </a:rPr>
              <a:t>(IP</a:t>
            </a:r>
            <a:r>
              <a:rPr lang="ko-KR" altLang="en-US" sz="1500" dirty="0" smtClean="0">
                <a:latin typeface="Arial" pitchFamily="34" charset="0"/>
                <a:cs typeface="Arial" pitchFamily="34" charset="0"/>
              </a:rPr>
              <a:t>확인</a:t>
            </a:r>
            <a:r>
              <a:rPr lang="en-US" altLang="ko-KR" sz="1500" dirty="0"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1500" dirty="0" smtClean="0">
                <a:latin typeface="Arial" pitchFamily="34" charset="0"/>
                <a:cs typeface="Arial" pitchFamily="34" charset="0"/>
              </a:rPr>
              <a:t>작업</a:t>
            </a:r>
            <a:r>
              <a:rPr lang="en-US" altLang="ko-KR" sz="1500" dirty="0" smtClean="0">
                <a:latin typeface="Arial" pitchFamily="34" charset="0"/>
                <a:cs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8692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6712"/>
            <a:ext cx="9144000" cy="5688632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4788024" y="1844824"/>
            <a:ext cx="2967318" cy="26642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860032" y="5020591"/>
            <a:ext cx="3528392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000" dirty="0" smtClean="0"/>
              <a:t>CA626Z3190-43.asc </a:t>
            </a:r>
            <a:r>
              <a:rPr lang="ko-KR" altLang="en-US" sz="1000" dirty="0" smtClean="0"/>
              <a:t>파일 내에서 맨 앞줄에 </a:t>
            </a:r>
            <a:r>
              <a:rPr lang="en-US" altLang="ko-KR" sz="1000" dirty="0" smtClean="0"/>
              <a:t>“S1”&lt;&lt;</a:t>
            </a:r>
          </a:p>
          <a:p>
            <a:r>
              <a:rPr lang="ko-KR" altLang="en-US" sz="1000" dirty="0" err="1" smtClean="0"/>
              <a:t>이런식</a:t>
            </a:r>
            <a:r>
              <a:rPr lang="ko-KR" altLang="en-US" sz="1000" dirty="0" smtClean="0"/>
              <a:t> 으로 시작하는 줄 이외는 모두 삭제 하고 저장한다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6156176" y="4509120"/>
            <a:ext cx="0" cy="48334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1619672" y="4457826"/>
            <a:ext cx="0" cy="48334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/>
          <p:cNvSpPr/>
          <p:nvPr/>
        </p:nvSpPr>
        <p:spPr>
          <a:xfrm>
            <a:off x="1267127" y="4126595"/>
            <a:ext cx="86409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1043608" y="4982979"/>
            <a:ext cx="2088232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2. MBDPP-ALL_P.exe</a:t>
            </a:r>
            <a:r>
              <a:rPr lang="ko-KR" altLang="en-US" sz="1000" dirty="0" smtClean="0"/>
              <a:t>를 실행한다</a:t>
            </a:r>
            <a:r>
              <a:rPr lang="en-US" altLang="ko-KR" sz="1000" dirty="0" smtClean="0"/>
              <a:t>.</a:t>
            </a:r>
          </a:p>
        </p:txBody>
      </p:sp>
      <p:sp>
        <p:nvSpPr>
          <p:cNvPr id="12" name="오른쪽 화살표 11"/>
          <p:cNvSpPr/>
          <p:nvPr/>
        </p:nvSpPr>
        <p:spPr>
          <a:xfrm rot="10800000">
            <a:off x="3635896" y="4981865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746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95" y="836712"/>
            <a:ext cx="5543550" cy="544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43608" y="4982979"/>
            <a:ext cx="3384376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해당 </a:t>
            </a:r>
            <a:r>
              <a:rPr lang="en-US" altLang="ko-KR" sz="1000" dirty="0" smtClean="0"/>
              <a:t>IP</a:t>
            </a:r>
            <a:r>
              <a:rPr lang="ko-KR" altLang="en-US" sz="1000" dirty="0" smtClean="0"/>
              <a:t>를 찾아서 보면 그림과 같이 여러 개의 파일들이 나열되어 </a:t>
            </a:r>
            <a:r>
              <a:rPr lang="ko-KR" altLang="en-US" sz="1000" dirty="0" err="1" smtClean="0"/>
              <a:t>있는것이</a:t>
            </a:r>
            <a:r>
              <a:rPr lang="ko-KR" altLang="en-US" sz="1000" dirty="0" smtClean="0"/>
              <a:t> 보인다</a:t>
            </a:r>
            <a:r>
              <a:rPr lang="en-US" altLang="ko-KR" sz="1000" dirty="0" smtClean="0"/>
              <a:t>.</a:t>
            </a:r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3203848" y="3861048"/>
            <a:ext cx="0" cy="112193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/>
          <p:cNvSpPr/>
          <p:nvPr/>
        </p:nvSpPr>
        <p:spPr>
          <a:xfrm>
            <a:off x="4860032" y="1280808"/>
            <a:ext cx="86409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/>
          <p:cNvSpPr/>
          <p:nvPr/>
        </p:nvSpPr>
        <p:spPr>
          <a:xfrm>
            <a:off x="4887070" y="1643790"/>
            <a:ext cx="86409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2188241" y="1568839"/>
            <a:ext cx="1008112" cy="2077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>
            <a:stCxn id="18" idx="1"/>
          </p:cNvCxnSpPr>
          <p:nvPr/>
        </p:nvCxnSpPr>
        <p:spPr>
          <a:xfrm flipH="1">
            <a:off x="3196353" y="1697019"/>
            <a:ext cx="439543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35896" y="1573908"/>
            <a:ext cx="1152128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이 파일을 지정 </a:t>
            </a:r>
            <a:endParaRPr lang="en-US" altLang="ko-KR" sz="1000" dirty="0" smtClean="0"/>
          </a:p>
        </p:txBody>
      </p:sp>
      <p:cxnSp>
        <p:nvCxnSpPr>
          <p:cNvPr id="23" name="직선 화살표 연결선 22"/>
          <p:cNvCxnSpPr/>
          <p:nvPr/>
        </p:nvCxnSpPr>
        <p:spPr>
          <a:xfrm flipH="1">
            <a:off x="5751166" y="1436066"/>
            <a:ext cx="439543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5796136" y="1772816"/>
            <a:ext cx="439543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20689" y="1310571"/>
            <a:ext cx="2599783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KAL</a:t>
            </a:r>
            <a:r>
              <a:rPr lang="ko-KR" altLang="en-US" sz="1000" dirty="0" smtClean="0"/>
              <a:t>이외 협력업체에서 만든 </a:t>
            </a:r>
            <a:r>
              <a:rPr lang="en-US" altLang="ko-KR" sz="1000" dirty="0" smtClean="0"/>
              <a:t>IP UPDATE</a:t>
            </a:r>
            <a:r>
              <a:rPr lang="ko-KR" altLang="en-US" sz="1000" dirty="0" smtClean="0"/>
              <a:t>용 </a:t>
            </a:r>
            <a:endParaRPr lang="en-US" altLang="ko-KR" sz="1000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6228184" y="1670611"/>
            <a:ext cx="2808312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KAL</a:t>
            </a:r>
            <a:r>
              <a:rPr lang="ko-KR" altLang="en-US" sz="1000" dirty="0" smtClean="0"/>
              <a:t>에서 만든 </a:t>
            </a:r>
            <a:r>
              <a:rPr lang="en-US" altLang="ko-KR" sz="1000" dirty="0" smtClean="0"/>
              <a:t>IP UPDATE</a:t>
            </a:r>
            <a:r>
              <a:rPr lang="ko-KR" altLang="en-US" sz="1000" dirty="0" smtClean="0"/>
              <a:t>용</a:t>
            </a:r>
            <a:endParaRPr lang="en-US" altLang="ko-KR" sz="1000" dirty="0" smtClean="0"/>
          </a:p>
          <a:p>
            <a:r>
              <a:rPr lang="en-US" altLang="ko-KR" sz="1000" dirty="0" smtClean="0"/>
              <a:t>(</a:t>
            </a:r>
            <a:r>
              <a:rPr lang="ko-KR" altLang="en-US" sz="1000" dirty="0" smtClean="0"/>
              <a:t>이 </a:t>
            </a:r>
            <a:r>
              <a:rPr lang="en-US" altLang="ko-KR" sz="1000" dirty="0" smtClean="0"/>
              <a:t>IP</a:t>
            </a:r>
            <a:r>
              <a:rPr lang="ko-KR" altLang="en-US" sz="1000" dirty="0" smtClean="0"/>
              <a:t>는 </a:t>
            </a:r>
            <a:r>
              <a:rPr lang="en-US" altLang="ko-KR" sz="1000" dirty="0" smtClean="0"/>
              <a:t>KAL</a:t>
            </a:r>
            <a:r>
              <a:rPr lang="ko-KR" altLang="en-US" sz="1000" dirty="0" smtClean="0"/>
              <a:t>에서 제공 받았으므로 여기 적용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</p:txBody>
      </p:sp>
    </p:spTree>
    <p:extLst>
      <p:ext uri="{BB962C8B-B14F-4D97-AF65-F5344CB8AC3E}">
        <p14:creationId xmlns:p14="http://schemas.microsoft.com/office/powerpoint/2010/main" val="109898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692696"/>
            <a:ext cx="7315200" cy="5848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4904" y="6237312"/>
            <a:ext cx="2160240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MBD NOTE</a:t>
            </a:r>
            <a:r>
              <a:rPr lang="ko-KR" altLang="en-US" sz="1200" dirty="0" smtClean="0"/>
              <a:t>를 실행한 모습</a:t>
            </a:r>
            <a:endParaRPr lang="en-US" altLang="ko-KR" sz="1200" dirty="0" smtClean="0"/>
          </a:p>
        </p:txBody>
      </p:sp>
      <p:sp>
        <p:nvSpPr>
          <p:cNvPr id="6" name="타원 5"/>
          <p:cNvSpPr/>
          <p:nvPr/>
        </p:nvSpPr>
        <p:spPr>
          <a:xfrm>
            <a:off x="5004048" y="2686435"/>
            <a:ext cx="86409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5004048" y="3046475"/>
            <a:ext cx="86409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5004048" y="3478523"/>
            <a:ext cx="86409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6444208" y="3210561"/>
            <a:ext cx="439543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28184" y="1670611"/>
            <a:ext cx="2808312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KAL</a:t>
            </a:r>
            <a:r>
              <a:rPr lang="ko-KR" altLang="en-US" sz="1000" dirty="0" smtClean="0"/>
              <a:t>에서 만든 </a:t>
            </a:r>
            <a:r>
              <a:rPr lang="en-US" altLang="ko-KR" sz="1000" dirty="0" smtClean="0"/>
              <a:t>IP UPDATE</a:t>
            </a:r>
            <a:r>
              <a:rPr lang="ko-KR" altLang="en-US" sz="1000" dirty="0" smtClean="0"/>
              <a:t>용</a:t>
            </a:r>
            <a:endParaRPr lang="en-US" altLang="ko-KR" sz="1000" dirty="0" smtClean="0"/>
          </a:p>
          <a:p>
            <a:r>
              <a:rPr lang="en-US" altLang="ko-KR" sz="1000" dirty="0" smtClean="0"/>
              <a:t>(</a:t>
            </a:r>
            <a:r>
              <a:rPr lang="ko-KR" altLang="en-US" sz="1000" dirty="0" smtClean="0"/>
              <a:t>이 </a:t>
            </a:r>
            <a:r>
              <a:rPr lang="en-US" altLang="ko-KR" sz="1000" dirty="0" smtClean="0"/>
              <a:t>IP</a:t>
            </a:r>
            <a:r>
              <a:rPr lang="ko-KR" altLang="en-US" sz="1000" dirty="0" smtClean="0"/>
              <a:t>는 </a:t>
            </a:r>
            <a:r>
              <a:rPr lang="en-US" altLang="ko-KR" sz="1000" dirty="0" smtClean="0"/>
              <a:t>KAL</a:t>
            </a:r>
            <a:r>
              <a:rPr lang="ko-KR" altLang="en-US" sz="1000" dirty="0" smtClean="0"/>
              <a:t>에서 제공 받았으므로 여기 적용</a:t>
            </a:r>
            <a:r>
              <a:rPr lang="en-US" altLang="ko-KR" sz="1000" dirty="0" smtClean="0"/>
              <a:t>)</a:t>
            </a:r>
            <a:r>
              <a:rPr lang="ko-KR" altLang="en-US" sz="1000" dirty="0" smtClean="0"/>
              <a:t> </a:t>
            </a:r>
            <a:endParaRPr lang="en-US" altLang="ko-KR" sz="10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5936940" y="1532111"/>
            <a:ext cx="291244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①</a:t>
            </a:r>
            <a:endParaRPr lang="en-US" altLang="ko-KR" sz="12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5939650" y="2719953"/>
            <a:ext cx="291244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②</a:t>
            </a:r>
            <a:endParaRPr lang="en-US" altLang="ko-KR" sz="12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5936940" y="3079993"/>
            <a:ext cx="291244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③</a:t>
            </a:r>
            <a:endParaRPr lang="en-US" altLang="ko-KR" sz="12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936647" y="3478523"/>
            <a:ext cx="291244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④</a:t>
            </a:r>
            <a:endParaRPr lang="en-US" altLang="ko-KR" sz="12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6910330" y="3079993"/>
            <a:ext cx="1550102" cy="276999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번호 순서대로 실행</a:t>
            </a:r>
            <a:endParaRPr lang="en-US" altLang="ko-KR" sz="1200" dirty="0" smtClean="0"/>
          </a:p>
        </p:txBody>
      </p:sp>
    </p:spTree>
    <p:extLst>
      <p:ext uri="{BB962C8B-B14F-4D97-AF65-F5344CB8AC3E}">
        <p14:creationId xmlns:p14="http://schemas.microsoft.com/office/powerpoint/2010/main" val="221114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764704"/>
            <a:ext cx="8534925" cy="549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타원 4"/>
          <p:cNvSpPr/>
          <p:nvPr/>
        </p:nvSpPr>
        <p:spPr>
          <a:xfrm>
            <a:off x="8266893" y="3118483"/>
            <a:ext cx="50405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3275856" y="4374002"/>
            <a:ext cx="3888432" cy="4616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그림과 같은 </a:t>
            </a:r>
            <a:r>
              <a:rPr lang="ko-KR" altLang="en-US" sz="1200" dirty="0" err="1" smtClean="0"/>
              <a:t>대화창이</a:t>
            </a:r>
            <a:r>
              <a:rPr lang="ko-KR" altLang="en-US" sz="1200" dirty="0" smtClean="0"/>
              <a:t> 뜨면 </a:t>
            </a:r>
            <a:r>
              <a:rPr lang="en-US" altLang="ko-KR" sz="1200" dirty="0" smtClean="0"/>
              <a:t>N</a:t>
            </a:r>
            <a:r>
              <a:rPr lang="ko-KR" altLang="en-US" sz="1200" dirty="0" smtClean="0"/>
              <a:t>을 누르고 </a:t>
            </a:r>
            <a:r>
              <a:rPr lang="en-US" altLang="ko-KR" sz="1200" dirty="0" smtClean="0"/>
              <a:t>OK</a:t>
            </a:r>
            <a:r>
              <a:rPr lang="ko-KR" altLang="en-US" sz="1200" dirty="0" smtClean="0"/>
              <a:t>를 누른다</a:t>
            </a:r>
            <a:r>
              <a:rPr lang="en-US" altLang="ko-KR" sz="1200" dirty="0" smtClean="0"/>
              <a:t>.</a:t>
            </a:r>
          </a:p>
          <a:p>
            <a:r>
              <a:rPr lang="ko-KR" altLang="en-US" sz="1200" dirty="0" smtClean="0"/>
              <a:t>종료를 누르면 </a:t>
            </a:r>
            <a:r>
              <a:rPr lang="en-US" altLang="ko-KR" sz="1200" dirty="0" smtClean="0"/>
              <a:t>IP UPDATE</a:t>
            </a:r>
            <a:r>
              <a:rPr lang="ko-KR" altLang="en-US" sz="1200" dirty="0" smtClean="0"/>
              <a:t>는 완료된다</a:t>
            </a:r>
            <a:r>
              <a:rPr lang="en-US" altLang="ko-KR" sz="12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3253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40965"/>
            <a:ext cx="8568952" cy="56123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75418" y="332655"/>
            <a:ext cx="2121155" cy="3231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dirty="0" smtClean="0">
                <a:latin typeface="Arial" pitchFamily="34" charset="0"/>
                <a:cs typeface="Arial" pitchFamily="34" charset="0"/>
              </a:rPr>
              <a:t>FORM 3</a:t>
            </a:r>
            <a:r>
              <a:rPr lang="en-US" altLang="ko-KR" sz="1500" dirty="0"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1500" dirty="0" smtClean="0">
                <a:latin typeface="Arial" pitchFamily="34" charset="0"/>
                <a:cs typeface="Arial" pitchFamily="34" charset="0"/>
              </a:rPr>
              <a:t>작성 방법</a:t>
            </a:r>
            <a:endParaRPr lang="en-US" altLang="ko-KR" sz="15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1691680" y="3307469"/>
            <a:ext cx="1783738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417822" y="1628800"/>
            <a:ext cx="3178514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자료 입력을 누르면 다음과 같은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대화창이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나타난다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3888" y="3356992"/>
            <a:ext cx="2032685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입력창에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IP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위치를 기입한다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1800" y="3974867"/>
            <a:ext cx="3672408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입력창에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IP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위치를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기입한후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IP(.TAB)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자료 불러오기 단추클릭</a:t>
            </a:r>
            <a:endParaRPr lang="en-US" altLang="ko-KR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3821940" y="1574166"/>
            <a:ext cx="504056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1763688" y="3933056"/>
            <a:ext cx="936104" cy="3105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963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764704"/>
            <a:ext cx="7236296" cy="48965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47864" y="5809335"/>
            <a:ext cx="2232248" cy="3231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smtClean="0">
                <a:latin typeface="Arial" pitchFamily="34" charset="0"/>
                <a:cs typeface="Arial" pitchFamily="34" charset="0"/>
              </a:rPr>
              <a:t>실행후의 그림</a:t>
            </a:r>
            <a:endParaRPr lang="en-US" altLang="ko-KR" sz="15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1043608" y="2193622"/>
            <a:ext cx="504056" cy="1552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691680" y="2148140"/>
            <a:ext cx="3888432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동그라미 부분에 도면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REV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표시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 (626Z3190-43&lt;&lt;&lt;NEW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의 의미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algn="ctr"/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REV NEW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는 표시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안함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, REV A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는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626Z3190-43—A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식으로 표시</a:t>
            </a:r>
            <a:endParaRPr lang="en-US" altLang="ko-KR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616" y="3215114"/>
            <a:ext cx="4392488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9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번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란부터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30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번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란까지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드레그후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셀서식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– 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맞춤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– 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왼쪽들여쓰기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– 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텍스트 줄 바꿈을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실행하고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글꼴은 </a:t>
            </a:r>
            <a:r>
              <a:rPr lang="en-US" altLang="ko-KR" sz="1000" dirty="0" err="1" smtClean="0">
                <a:latin typeface="Arial" pitchFamily="34" charset="0"/>
                <a:cs typeface="Arial" pitchFamily="34" charset="0"/>
              </a:rPr>
              <a:t>arial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크기는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9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포인트로 지정한다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1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20688"/>
            <a:ext cx="6120679" cy="468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0233" y="4015225"/>
            <a:ext cx="2448271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이렇게 글자들이 떨어져서 나오는 것들은 잘라내기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붙여넣기로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글자를 맞춘다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6" name="타원 5"/>
          <p:cNvSpPr/>
          <p:nvPr/>
        </p:nvSpPr>
        <p:spPr>
          <a:xfrm>
            <a:off x="5076056" y="3573016"/>
            <a:ext cx="1179901" cy="12241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6255958" y="4195245"/>
            <a:ext cx="404275" cy="0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오른쪽 화살표 8"/>
          <p:cNvSpPr/>
          <p:nvPr/>
        </p:nvSpPr>
        <p:spPr>
          <a:xfrm rot="10800000">
            <a:off x="4067944" y="4015225"/>
            <a:ext cx="792088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411760" y="4509120"/>
            <a:ext cx="1080120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붙여 넣을 장소 </a:t>
            </a:r>
            <a:endParaRPr lang="en-US" altLang="ko-KR" sz="10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6012160" y="4632230"/>
            <a:ext cx="1080120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/>
              <a:t>글자 자를 대상 </a:t>
            </a:r>
            <a:endParaRPr lang="en-US" altLang="ko-KR" sz="1000" dirty="0" smtClean="0"/>
          </a:p>
        </p:txBody>
      </p:sp>
    </p:spTree>
    <p:extLst>
      <p:ext uri="{BB962C8B-B14F-4D97-AF65-F5344CB8AC3E}">
        <p14:creationId xmlns:p14="http://schemas.microsoft.com/office/powerpoint/2010/main" val="234785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163"/>
            <a:ext cx="9144000" cy="6525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88024" y="2924944"/>
            <a:ext cx="3312367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인쇄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–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미리보기를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이용하여 아래 동그라미와 같이 글자가 잘나오지 않는 칸들에 대해서는 포인트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12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씩 증가 시키는 방법으로 칸을 늘려 글자들이 보이도록 만들어 준다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endParaRPr lang="en-US" altLang="ko-KR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2339752" y="5085184"/>
            <a:ext cx="2088232" cy="1296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 rot="7479557">
            <a:off x="3656441" y="4230997"/>
            <a:ext cx="1316731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142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32656"/>
            <a:ext cx="8064896" cy="6336704"/>
          </a:xfrm>
        </p:spPr>
      </p:pic>
      <p:sp>
        <p:nvSpPr>
          <p:cNvPr id="5" name="타원 4"/>
          <p:cNvSpPr/>
          <p:nvPr/>
        </p:nvSpPr>
        <p:spPr>
          <a:xfrm>
            <a:off x="251520" y="5949280"/>
            <a:ext cx="792088" cy="7200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87624" y="6109265"/>
            <a:ext cx="3384376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동그라미 부분처럼 칸의 크기가 작은 칸들은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24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로 맞춘다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9" name="타원 8"/>
          <p:cNvSpPr/>
          <p:nvPr/>
        </p:nvSpPr>
        <p:spPr>
          <a:xfrm>
            <a:off x="1756193" y="5214210"/>
            <a:ext cx="144016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347864" y="5214210"/>
            <a:ext cx="2736304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J/D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은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MBD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로 확인 후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HOLE DIA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를 기입한다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353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4" y="116632"/>
            <a:ext cx="5827423" cy="419179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708920"/>
            <a:ext cx="6327379" cy="4104456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1763688" y="3509308"/>
            <a:ext cx="792088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51520" y="3933056"/>
            <a:ext cx="2304256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FORM 3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안에 빈 공간이 있는 것들은</a:t>
            </a:r>
            <a:endParaRPr lang="en-US" altLang="ko-KR" sz="1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CA626Z3190-43N.csv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파일을 실행시키거나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, MBD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로 확인 후 넣어준다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8" name="타원 7"/>
          <p:cNvSpPr/>
          <p:nvPr/>
        </p:nvSpPr>
        <p:spPr>
          <a:xfrm>
            <a:off x="1763688" y="2492896"/>
            <a:ext cx="792088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427984" y="3263087"/>
            <a:ext cx="3384376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CA626Z3190-43N.csv 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파일 실행 화면</a:t>
            </a:r>
            <a:endParaRPr lang="en-US" altLang="ko-KR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타원 9"/>
          <p:cNvSpPr/>
          <p:nvPr/>
        </p:nvSpPr>
        <p:spPr>
          <a:xfrm>
            <a:off x="3203848" y="6381328"/>
            <a:ext cx="360040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220072" y="5877272"/>
            <a:ext cx="2664296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이 부분을 복사해서 빈 공간에 넣어줌</a:t>
            </a:r>
            <a:endParaRPr lang="en-US" altLang="ko-KR" sz="1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오른쪽 화살표 11"/>
          <p:cNvSpPr/>
          <p:nvPr/>
        </p:nvSpPr>
        <p:spPr>
          <a:xfrm rot="7479557">
            <a:off x="4969862" y="6148125"/>
            <a:ext cx="338628" cy="265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13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8640"/>
            <a:ext cx="8496944" cy="6301003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214045" y="5524727"/>
            <a:ext cx="432048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15616" y="5278506"/>
            <a:ext cx="1368152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행크기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15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로 맞춘다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7" name="오른쪽 화살표 6"/>
          <p:cNvSpPr/>
          <p:nvPr/>
        </p:nvSpPr>
        <p:spPr>
          <a:xfrm rot="9270270">
            <a:off x="599650" y="5448451"/>
            <a:ext cx="551006" cy="265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216987" y="5949279"/>
            <a:ext cx="432048" cy="540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268016" y="5847075"/>
            <a:ext cx="1368152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행크기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24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로 맞춘다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0" name="오른쪽 화살표 9"/>
          <p:cNvSpPr/>
          <p:nvPr/>
        </p:nvSpPr>
        <p:spPr>
          <a:xfrm rot="10017995">
            <a:off x="632737" y="5991201"/>
            <a:ext cx="665019" cy="265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940152" y="5734178"/>
            <a:ext cx="1224136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줄을 추가 해준다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2" name="오른쪽 화살표 11"/>
          <p:cNvSpPr/>
          <p:nvPr/>
        </p:nvSpPr>
        <p:spPr>
          <a:xfrm rot="9270270">
            <a:off x="5466337" y="5960714"/>
            <a:ext cx="551006" cy="265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97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60648"/>
            <a:ext cx="7964884" cy="6336704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2771800" y="3429000"/>
            <a:ext cx="1944216" cy="936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123844" y="4941168"/>
            <a:ext cx="1863979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REQUIREMENT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를 읽어보고 검사 내용을 판단한다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7" name="오른쪽 화살표 6"/>
          <p:cNvSpPr/>
          <p:nvPr/>
        </p:nvSpPr>
        <p:spPr>
          <a:xfrm rot="18096788">
            <a:off x="2558782" y="4485518"/>
            <a:ext cx="764622" cy="265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5148064" y="3429000"/>
            <a:ext cx="3312368" cy="936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72258" y="4908100"/>
            <a:ext cx="1863979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검사상 해당사항이 </a:t>
            </a:r>
            <a:r>
              <a:rPr lang="ko-KR" altLang="en-US" sz="1000" dirty="0" err="1" smtClean="0">
                <a:latin typeface="Arial" pitchFamily="34" charset="0"/>
                <a:cs typeface="Arial" pitchFamily="34" charset="0"/>
              </a:rPr>
              <a:t>없을경우</a:t>
            </a:r>
            <a:endParaRPr lang="en-US" altLang="ko-KR" sz="1000" dirty="0" smtClean="0">
              <a:latin typeface="Arial" pitchFamily="34" charset="0"/>
              <a:cs typeface="Arial" pitchFamily="34" charset="0"/>
            </a:endParaRPr>
          </a:p>
          <a:p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위와 같이 표현한다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0" name="오른쪽 화살표 9"/>
          <p:cNvSpPr/>
          <p:nvPr/>
        </p:nvSpPr>
        <p:spPr>
          <a:xfrm rot="18096788">
            <a:off x="6121605" y="4508741"/>
            <a:ext cx="710080" cy="265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66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32656"/>
            <a:ext cx="8642069" cy="5962951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4803014" y="3046475"/>
            <a:ext cx="792088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2483768" y="2998562"/>
            <a:ext cx="21602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2411760" y="3861048"/>
            <a:ext cx="21602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 rot="5400000">
            <a:off x="3083795" y="3452963"/>
            <a:ext cx="551006" cy="265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635896" y="3508600"/>
            <a:ext cx="1167118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내용이 서로 같다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5102" y="3031376"/>
            <a:ext cx="1368152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내용이 서로 같을 때 이와 같이 표현한다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1" name="타원 10"/>
          <p:cNvSpPr/>
          <p:nvPr/>
        </p:nvSpPr>
        <p:spPr>
          <a:xfrm>
            <a:off x="467544" y="3861048"/>
            <a:ext cx="396044" cy="2520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구부러진 연결선 14"/>
          <p:cNvCxnSpPr>
            <a:stCxn id="11" idx="6"/>
            <a:endCxn id="5" idx="0"/>
          </p:cNvCxnSpPr>
          <p:nvPr/>
        </p:nvCxnSpPr>
        <p:spPr>
          <a:xfrm flipV="1">
            <a:off x="863588" y="3046475"/>
            <a:ext cx="4335470" cy="940587"/>
          </a:xfrm>
          <a:prstGeom prst="curvedConnector4">
            <a:avLst>
              <a:gd name="adj1" fmla="val 45433"/>
              <a:gd name="adj2" fmla="val 124304"/>
            </a:avLst>
          </a:prstGeom>
          <a:ln w="19050">
            <a:solidFill>
              <a:srgbClr val="FFC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91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60648"/>
            <a:ext cx="5706299" cy="6336704"/>
          </a:xfrm>
        </p:spPr>
      </p:pic>
      <p:sp>
        <p:nvSpPr>
          <p:cNvPr id="5" name="TextBox 4"/>
          <p:cNvSpPr txBox="1"/>
          <p:nvPr/>
        </p:nvSpPr>
        <p:spPr>
          <a:xfrm>
            <a:off x="539552" y="3789040"/>
            <a:ext cx="1368152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SEALANT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1720" y="3792403"/>
            <a:ext cx="1008112" cy="21544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 smtClean="0">
                <a:latin typeface="Arial" pitchFamily="34" charset="0"/>
                <a:cs typeface="Arial" pitchFamily="34" charset="0"/>
              </a:rPr>
              <a:t>BMS 5-45 CL B2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6136" y="3695219"/>
            <a:ext cx="2880320" cy="55399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FORM 3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내용을 참조 하여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PROCESS MATERIAL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을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FORM2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에 기입하면 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FAIR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은 완성된다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8" name="오른쪽 화살표 7"/>
          <p:cNvSpPr/>
          <p:nvPr/>
        </p:nvSpPr>
        <p:spPr>
          <a:xfrm rot="10800000">
            <a:off x="3306096" y="3684102"/>
            <a:ext cx="2418032" cy="265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769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44624"/>
            <a:ext cx="5081363" cy="6597352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251520" y="1052736"/>
            <a:ext cx="1008111" cy="2520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1263032" y="1043669"/>
            <a:ext cx="1008111" cy="2520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3347864" y="1025535"/>
            <a:ext cx="1008111" cy="2520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254921" y="2060848"/>
            <a:ext cx="2300855" cy="2520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724128" y="1340768"/>
            <a:ext cx="2880320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그림과 같이 동그라미 있는 부분은 최소한 다 기입하고 승인 요청의뢰를 해야 한다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10" name="오른쪽 화살표 9"/>
          <p:cNvSpPr/>
          <p:nvPr/>
        </p:nvSpPr>
        <p:spPr>
          <a:xfrm rot="10800000">
            <a:off x="4242200" y="1475714"/>
            <a:ext cx="1481928" cy="265164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03548" y="6417332"/>
            <a:ext cx="396044" cy="2520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5796136" y="116632"/>
            <a:ext cx="3096344" cy="323165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500" dirty="0" smtClean="0">
                <a:latin typeface="Arial" pitchFamily="34" charset="0"/>
                <a:cs typeface="Arial" pitchFamily="34" charset="0"/>
              </a:rPr>
              <a:t>FAIR </a:t>
            </a:r>
            <a:r>
              <a:rPr lang="ko-KR" altLang="en-US" sz="1500" dirty="0" smtClean="0">
                <a:latin typeface="Arial" pitchFamily="34" charset="0"/>
                <a:cs typeface="Arial" pitchFamily="34" charset="0"/>
              </a:rPr>
              <a:t>승인 요청 </a:t>
            </a:r>
            <a:r>
              <a:rPr lang="ko-KR" altLang="en-US" sz="1500" dirty="0" err="1" smtClean="0">
                <a:latin typeface="Arial" pitchFamily="34" charset="0"/>
                <a:cs typeface="Arial" pitchFamily="34" charset="0"/>
              </a:rPr>
              <a:t>의뢰시</a:t>
            </a:r>
            <a:r>
              <a:rPr lang="ko-KR" altLang="en-US" sz="1500" dirty="0" smtClean="0">
                <a:latin typeface="Arial" pitchFamily="34" charset="0"/>
                <a:cs typeface="Arial" pitchFamily="34" charset="0"/>
              </a:rPr>
              <a:t> 작성내용</a:t>
            </a:r>
            <a:endParaRPr lang="en-US" altLang="ko-KR" sz="15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오른쪽 화살표 12"/>
          <p:cNvSpPr/>
          <p:nvPr/>
        </p:nvSpPr>
        <p:spPr>
          <a:xfrm rot="9364122">
            <a:off x="859485" y="6127264"/>
            <a:ext cx="800290" cy="265164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747315" y="5776291"/>
            <a:ext cx="1528541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REQUEST</a:t>
            </a:r>
            <a:r>
              <a:rPr lang="ko-KR" altLang="en-US" sz="1000" dirty="0" smtClean="0">
                <a:latin typeface="Arial" pitchFamily="34" charset="0"/>
                <a:cs typeface="Arial" pitchFamily="34" charset="0"/>
              </a:rPr>
              <a:t>부분을 클릭</a:t>
            </a:r>
            <a:r>
              <a:rPr lang="en-US" altLang="ko-KR" sz="10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128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866</Words>
  <Application>Microsoft Office PowerPoint</Application>
  <PresentationFormat>화면 슬라이드 쇼(4:3)</PresentationFormat>
  <Paragraphs>90</Paragraphs>
  <Slides>31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2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787품질 전종민</dc:creator>
  <cp:lastModifiedBy>조립 조성현</cp:lastModifiedBy>
  <cp:revision>38</cp:revision>
  <dcterms:created xsi:type="dcterms:W3CDTF">2012-06-14T11:47:47Z</dcterms:created>
  <dcterms:modified xsi:type="dcterms:W3CDTF">2012-09-15T02:30:41Z</dcterms:modified>
</cp:coreProperties>
</file>